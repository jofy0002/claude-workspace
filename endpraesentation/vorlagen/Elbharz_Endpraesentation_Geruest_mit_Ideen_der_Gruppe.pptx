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2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3.xml" ContentType="application/vnd.openxmlformats-officedocument.presentationml.notesSlide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35.xml" ContentType="application/inkml+xml"/>
  <Override PartName="/ppt/ink/ink36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37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inleitung" id="{FF7B473A-1777-88D8-BB7A-B3DE1CC8350D}">
          <p14:sldIdLst>
            <p14:sldId id="256"/>
            <p14:sldId id="257"/>
            <p14:sldId id="258"/>
          </p14:sldIdLst>
        </p14:section>
        <p14:section name="Verlauf der Runden" id="{69DB2324-A497-4912-1220-F62127A58695}">
          <p14:sldIdLst>
            <p14:sldId id="259"/>
            <p14:sldId id="260"/>
            <p14:sldId id="261"/>
          </p14:sldIdLst>
        </p14:section>
        <p14:section name="Auswertung" id="{C2B2D283-98F9-E959-A9F8-8808C35A2E59}">
          <p14:sldIdLst>
            <p14:sldId id="262"/>
            <p14:sldId id="263"/>
            <p14:sldId id="264"/>
          </p14:sldIdLst>
        </p14:section>
        <p14:section name="Reflexion" id="{C51ABD52-C018-2BDC-C471-4569C6635719}">
          <p14:sldIdLst>
            <p14:sldId id="265"/>
          </p14:sldIdLst>
        </p14:section>
        <p14:section name="Bezug zur Gründung" id="{EE985FA3-8CDE-6494-D09D-34DAFBFE7D29}">
          <p14:sldIdLst>
            <p14:sldId id="266"/>
          </p14:sldIdLst>
        </p14:section>
        <p14:section name="Abschluss" id="{280ED113-8599-8367-2CED-D3E4679223AD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2:27.43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218 383 9067,'0'8'0,"0"0"0,0 2 0,0-6 0,2-5 0,0-9 0,2-5 0,4-5 0,-2 3 0,-1-1 0,1 1 0,2 1 0,-4 3 0,-2 1 0,4 8 0,-2 8 0,4 10 0,-4 15 0,-1 8 0,-2 6 0,3 8 0,1 3 0,2 1 0,3 3 0,0-8 0,2-3 0,1-4 0,-1-4 0,4-4 0,0-5 0,0-6 0,2-1 0,-5-2 0,3 1 0,-2-2 0,-2 1 0,0 2 0,0 2 0,-1 0 0,-3 3 0,3-2 0,-5 2 0,1-1 0,-3 1 0,-2-6 0,-1 2 0,2-1 0,1 0 0,0-4 0,-4-3 0,0-2 0,0-2 0,0 0 0,-2 0 0,-2 0 0,3 4 0,-3 3 0,3 3 0,1 3 0,1 2 0,2-1 0,2 1 0,2 1 0,-1 4 0,4-4 0,-3-2 0,-2-5 0,3-3 0,-3-6 0,2 0 0,-4-5 0,2 4 0,-5-5 0</inkml:trace>
  <inkml:trace contextRef="#ctx0" brushRef="#br0" timeOffset="746">73 420 9071,'-12'-8'0,"0"0"0,0-1 0,-1 1 0,3 0 0,2-1 0,4-2 0,2-6 0,2-4 0,2-1 0,2-3 0,6 1 0,8-2 0,2 0 0,6-3 0,2-3 0,6 4 0,-1 1 0,5 1 0,-2 7 0,6 3 0,-2 4 0,1 4 0,-2 9 0,-6 13 0,-2 10 0,-1 11 0,-3 5 0,-7 6 0,-4 0 0,-2 4 0,-7 0 0,-3 6 0,-3 1 0,-1-2 0,-1-3 0,-3-7 0,-5-5 0,-1-2 0,-6-4 0,-2-6 0,1-8 0,-1-5 0,-2-4 0,2-2 0,1-2 0,-1-2 0,2 3 0,4-4 0,3 0 0,5-4 0,8 0 0,5 0 0,5 0 0,2 0 0,4 0 0,3-4 0,1 0 0,2 2 0,2 0 0,1 6 0,4 3 0,-4 2 0,1 5 0,-4 6 0,2 2 0,-4 4 0,-4 7 0,-1 3 0,-5 3 0,-1 2 0,-2-2 0,-3-2 0,0-2 0,-4-2 0,-3-5 0,-1-7 0,0 0 0,0-1 0,0-1 0,0 2 0,0-5 0,0 1 0,0 0 0,-4-4 0,-1 5 0,-2-2 0,-2 0 0,-2 2 0,-2-3 0,-2 1 0,-1-1 0,-6-1 0,2 0 0,-3-1 0,-1-2 0,-2-3 0,-1 0 0,-1-4 0,1-2 0,0-2 0,0 0 0,0-2 0,4-2 0,5 2 0,7-7 0,3 0 0,2-2 0,6-1 0,3 0 0,5 0 0,1-2 0,10 0 0,0-3 0,0 3 0,7-5 0,5 0 0</inkml:trace>
  <inkml:trace contextRef="#ctx0" brushRef="#br0" timeOffset="1048">1091 1086 9116,'-12'0'0,"-1"0"0,3 1 0,0 2 0,4 2 0,0 2 0,3 3 0,2 0 0,1 3 0,0 4 0,1 3 0,3 3 0,5 1 0,3 1 0,3 2 0,2 2 0,2 3 0,-3 6 0,3-7 0,0 0 0,0-3 0,-1-3 0,3-5 0,-5-5 0,-3-6 0,-2-10 0,-2-13 0,-2-10 0,-1-11 0,-2-7 0,-4-12 0,0-1 0</inkml:trace>
  <inkml:trace contextRef="#ctx0" brushRef="#br0" timeOffset="1218">1054 420 9116,'-12'-25'0,"0"4"0,1 3 0,3 6 0,3 10 0,5 3 0,0 11 0,0 11 0,0 8 0,1 9 0,3 5 0,4 2 0,3 1 0,3 2 0,2 1 0,4 2 0,3 5 0,1-2 0,2 3 0,2 2 0,-1-7 0,4-7 0,-2-11 0,-2-10 0,3-13 0,-2-9 0,-5-8 0,-5-2 0</inkml:trace>
  <inkml:trace contextRef="#ctx0" brushRef="#br0" timeOffset="1781">1478 238 9144,'-5'-7'0,"-3"3"0,-3 3 0,4 2 0,2 3 0,1 4 0,0 3 0,0 8 0,4 5 0,0 8 0,0 7 0,1 7 0,3 9 0,6 7 0,5 4 0,-2 4 0,5 7 0,-1 5 0,3 6 0,3-3 0,3-2 0,1-10 0,1-11 0,6-17 0,-2-11 0,3-8 0,1-12 0,1-5 0,-1-9 0</inkml:trace>
  <inkml:trace contextRef="#ctx0" brushRef="#br0" timeOffset="2734">2121 1038 9070,'-17'-8'0,"0"1"0,-2 1 0,3-4 0,-3-1 0,3-5 0,5-3 0,-1-3 0,4-5 0,-3-2 0,-1-2 0,0 8 0,0 1 0,0 8 0,0 6 0,1 13 0,1 8 0,2 10 0,6 14 0,-2 11 0,2 9 0,2 6 0,2-3 0,2 1 0,4-8 0,2-8 0,4 1 0,1-7 0,2-4 0,2-5 0,0-10 0,2-5 0,0-6 0,0-5 0,2-4 0,0-7 0,-1-7 0,-2-9 0,-4-14 0,1 0 0,-2-5 0,-4-4 0,-6-6 0,2-6 0,-2-5 0,-2-6 0,-7-2 0,-5-3 0,-6-3 0,-5-4 0,-7-4 0,-3-1 0,2 4 0,2 11 0,1 18 0,10 26 0,4 18 0,4 24 0,7 18 0,2 13 0,2 9 0,3 6 0,6 1 0,2-2 0,1-5 0,4-3 0,-2-4 0,1 1 0,2-1 0,3-1 0,3-2 0,3-6 0,1-6 0,1-9 0,3-9 0,-3-5 0,-3-6 0,-4-6 0,-2-4 0,-1-8 0,-2-3 0,-4 1 0,3-3 0,-2 3 0,-2 5 0,-1 4 0,-4 8 0,0 3 0,-2 4 0,-1 9 0,2 3 0,-2 3 0,-2 1 0,5-5 0,-4-3 0,2-3 0,1 0 0,-5-5 0,4-3 0,1-4 0,-2-5 0,0-12 0,-1-5 0,1-6 0,0-6 0,2-6 0,-2-2 0,-2-2 0,3-2 0,-2-2 0,-1 1-1,0 2 1,0 10 0,-5 3-1,0 8-1,0 7 0,0 11 1,-2 10-1,-1 15 1,-1 14 0,-5 9 0,2 10 0,-1 4 0,0 7 1,5-2-1,-1 2 1,3-2-1,1-1 1,0-7 0,1-6 0,3-8-1,5-6 1,1-10 0,4-9-1,2-5 0,4-6 0,-1-3 0,0-2 1,0-2-2,-1-1 1,1-4 0,2 2 0,-4 0 0,1-4 0,-4 4 1,5-1-1,0 0 0,0 0 1,-3 3 0,3-4 0,0 0 0,0 1 0,-1-3 0,4 2 0,-2-3 0,2-1 0,1 0 0,1 1 0,0 1 0,0 2 0,-5 6 0,-3-4 0,-1 2 0,1 0 0,-6 0 0,2 4 0,-1 0 0,-5 0 0,1-1 0,-2-3-1,-2-4 1,-3-4-1,-3-5 1,-2-3-2,-2-3 1,-1-8 0,-4-5 0,-1-7 0,-4-4 1,3-6-1,-5 1 1,3 1 0,5 1 0,0 8 0,8 7 0,5 8 0,5 6 0,5 11 0,5 2 0,7 7 0,7 5 0,2 3 0,0 5 0,2-2 0,-1-2 0,0 2 0,2-5 0,0 2 0,1 1 0,-1 4 0</inkml:trace>
  <inkml:trace contextRef="#ctx0" brushRef="#br0" timeOffset="3630">4677 1025 9124,'-5'-12'0,"2"0"0,-5 0 0,-1-1 0,-2-3 0,3 1 0,0-5 0,-2-2 0,-1-1 0,-1-5 0,0-2 0,-1 1 0,-3-1 0,1 2 0,-7 3 0,-2 3 0,-3 1 0,-5 9 0,2 10 0,1 7 0,-1 11 0,-2 11 0,3 17 0,4 10 0,3 8 0,6 10 0,8 4 0,4 0 0,3-2 0,11-8 0,7-7 0,5-9 0,7-8 0,2-10 0,5-5 0,0-7 0,1-8 0,-2-7 0,-2-10 0,0-7 0,0-7 0,-3-11 0,-2-6 0,-4-7 0,-3-4 0,-3-4 0,-4-4 0,-2-7 0,-5-4 0,0-3 0,-5-5 0,-3-3 0,-6-4 0,-5 2 0,-4-2 0,-4-1 0,-3-1 0,0 5 0,3 9 0,4 16 0,2 20 0,3 19 0,3 17 0,4 8 0,3 16 0,1 5 0,0 12 0,0 12 0,1 7 0,2 12 0,2 1 0,2-5 0,1-4 0,4-7 0,2-3 0,2 0 0,3-7 0,6-2 0,2-7 0,1-8 0,7-4 0,-1-11 0,2-5 0,-1-8 0,-6-4 0,6-6 0,-4-2 0</inkml:trace>
  <inkml:trace contextRef="#ctx0" brushRef="#br0" timeOffset="4132">4992 1086 9124,'12'1'0,"0"3"0,1-1 0,-1 4 0,0-2 0,-4 3 0,0-4 0,-5-1 0,1-7 0,-3-4 0,-1-8 0,1-4 0,2-3 0,1-2 0,1-4 0,-2-5 0,3-5 0,0-5 0,-3 1 0,1-2 0,-1-1 0,1-1 0,-3-1 0,3 2 0,-3 7 0,-1 11 0,-1 14 0,-2 17 0,-1 12 0,-4 14 0,3 16 0,0 3 0,-1 5 0,1-2 0,2 7 0,-1 1 0,1 0 0,2 3 0,1-9 0,0-2 0,0-1 0,5-4 0,3-7 0,3-11 0,1-9 0,0-7 0,2-4 0,1-4 0,1-3 0,1-6 0,-2-3 0,3-3 0,1-1 0,-5 0 0,4 1 0,-2 2 0,0 1 0,6 1 0,-2-3 0,3 4 0,1 0 0,0-2 0,0 4 0,1 1 0,-1 2 0,0-3 0,0 0 0,-1 1 0,-3 2 0,-2 1 0,-6 0 0,-1 5 0,-3 3 0,-4 2 0,-8-2 0,-4-4 0,-3-3 0,-1-2-1,0-3 1,0-8-1,0-10 1,0-6-2,-1-8 1,1-13 0,0-11 0,0-8 0,0-3 1,5 0-1,3 2 1,3 7 0,1 8 0,7 8 0,5 15 0,7 9 0,3 8 0,4 7 0,1 7 0,3 2 0,0 2 0,3-2 0,3 5 0,0 0 0,1 0 0,-1-5 0,1 2 0,-1-2 0,0-2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2:33.04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165 424 9067,'-4'-40'0,"-1"1"0,-2 4 0,4 4 0,-1 8 0,3 3 0,1 8 0,0 12 0,0 8 0,0 4 0,0 4 0,4 8 0,0 8 0,-2 5 0,0 3 0,3 7 0,3 7 0,3 1 0,1 3 0,-2-3 0,0 3 0,4 4 0,-1 6 0,5 8 0,-1 4 0,1-2 0,-1-6 0,3-6 0,-2-9 0,1-7 0,2-8 0,-3-10 0,-2-16 0,-3-8 0,0-5 0,-5-14 0,-2-6 0,0-9 0,-4-6 0,-6-9 0,-2-2 0</inkml:trace>
  <inkml:trace contextRef="#ctx0" brushRef="#br0" timeOffset="218">116 339 9067,'-12'-24'0,"0"0"0,0 4 0,1-1 0,3 1 0,4 1 0,8-2 0,6 5 0,4 0 0,7-2 0,3 1 0,4-5 0,6 3 0,5 2 0,0 1 0,5 2 0,2 1 0,1 0 0,2 4 0,-1 9 0,1 0 0,-1 0 0,-5 9 0,-4 5 0,-6 3 0,-9 5 0,-5 0 0,-7 0 0,-1 1 0,-3 3 0,-3-3 0,-5-3 0,0 1 0,-5 2 0,-2 2 0</inkml:trace>
  <inkml:trace contextRef="#ctx0" brushRef="#br0" timeOffset="452">68 727 9082,'-18'0'0,"-2"0"0,7 0 0,2-1 0,6-2 0,6-1 0,11-4 0,11 4 0,7 1 0,5 2 0,-2-3 0,9 0 0,0 1 0,2 2 0,-1 1 0,2 0 0,2 0 0,4 0 0,4-2 0,4-2 0,-2-2 0,-5-1 0,-2-4 0,-1 3 0,-1-8 0,1-3 0</inkml:trace>
  <inkml:trace contextRef="#ctx0" brushRef="#br0" timeOffset="870">1001 279 9179,'-4'-24'0,"-1"-1"0,-1 2 0,1 3 0,2 4 0,2 3 0,1 6 0,0 8 0,0 11 0,0 8 0,0 7 0,0 6 0,0 8 0,0 8 0,0 6 0,-4 6 0,0 2 0,1 3 0,2 1 0,2-3 0,3 0 0,4-1 0,3 2 0,1-2 0,1 2 0,4-6 0,3-8 0,3-14 0,1-6 0,0-10 0,0-9 0,1-5 0,-3-7 0,-1 0 0,2-11 0,-5-2 0</inkml:trace>
  <inkml:trace contextRef="#ctx0" brushRef="#br0" timeOffset="1370">1510 860 9170,'0'-12'0,"0"0"0,-4 0 0,0-1 0,0-2 0,0-1 0,-2 1 0,0 1 0,3 2 0,-3 0 0,1 0 0,-3 0 0,-3 0 0,-1 1 0,0 3 0,0 2 0,0 9 0,0 5 0,0 8 0,-1 11 0,1 6 0,0 4-2,0 8 0,5-2 1,3 7-1,3-6 0,1-2 0,1 0 0,3-5 0,6 0 1,5-6 0,2-6 0,5-5 1,-1-5 0,5-5 0,-2-5 0,3-5 0,-4 0 0,-3 0 0,0-7 0,4-5 0,-1-8 0,-2-7 0,-4-4 0,-5-8 0,0-5 0,0-9 0,-5-1 0,-3-1 0,-3 1 0,-1 3 0,0 8 0,-1 8 0,-3 11 0,-4 10 0,1 10 0,-1 12 0,0 11 0,1 11 0,2 11 0,5 15 0,0 2 0,0 3 0,5-1 0,3-5 0,5-3-1,3-5 1,3-5 0,6-11 0,2-5-5,1-5 5,6-11 0,-8 1 0,3-11 0</inkml:trace>
  <inkml:trace contextRef="#ctx0" brushRef="#br0" timeOffset="1903">2249 1260 8999,'-18'4'0,"0"0"0,-1 0 0,3 0 0,2 0 0,2-1 0,0-2 0,0-1 0,5-1 0,4-2 0,6-1 0,4-5 0,5 1 0,1-3 0,4-1 0,-4 0 0,4 1 0,0 0 0,-1-1 0,5 5 0,0-6 0,1 1 0,3 2 0,-1 1 0,0-3 0,0 0 0,1 0 0,3 4 0,0-1 0,-1 1 0,-1 2 0,-6-4 0,0 5 0,0-1 0,-1 1 0,-3 0 0,-6 2 0,-2-1 0,-6-1 0,1 1 0,-6-5 0,-3 3 0,-6-2 0,-1-3 0,1-4 0,-5 0 0,-3-5 0,-3-1 0,-2-2 0,1-7 0,0-2 0,-2-3 0,-2-2 0,3 5 0,-2 1 0,5 1 0,6 4 0,4 5 0,4 5 0,4 8 0,9 5 0,7 6 0,6 4 0,6 4 0,0-2 0,0-1 0,2 0 0,2 4 0,5-1 0,2-3 0,1 3 0,0-4 0,2-1 0,2-2 0,-1 2 0,5-2 0,-3-1 0,0-2 0,-5-1 0</inkml:trace>
  <inkml:trace contextRef="#ctx0" brushRef="#br0" timeOffset="2301">3133 981 9015,'0'-12'0,"0"-1"0,0-3 0,-1 2 0,-2-2 0,-2 3 0,-2 1 0,1-5 0,-4 1 0,2 0 0,-1-1 0,-2 3 0,-1-2 0,0 4 0,0 4 0,-1-2 0,1 6 0,0 2 0,0 0 0,-4 9 0,1 5 0,3 7 0,3 4 0,0 6 0,-1 4 0,2 3 0,4 5 0,-2-4 0,2 4 0,1-5 0,2-4 0,6 3 0,4-4 0,3 0 0,4-3 0,-1-2 0,6-3 0,5-3 0,5-4 0,0-2 0,1-3 0,2-3 0,1-4 0,5-8 0,0-7 0,-1-7 0,-1-6 0,-7-8 0,4-5 0,-4-6 0</inkml:trace>
  <inkml:trace contextRef="#ctx0" brushRef="#br0" timeOffset="2841">3412 400 9015,'-12'0'0,"0"3"0,0 5 0,0 9 0,0 9 0,5 7 0,3 12 0,2 7 0,2 6 0,6 3 0,2-1 0,4 2 0,4 3 0,-2-3 0,2 1 0,-1-6 0,1-9 0,-3-7 0,3-13 0,-1-8 0,1-5 0,-1-8 0,4-5 0,0-4 0,0-7 0,-3-11 0,3-5 0,-2-6 0,-2-7 0,2 0 0,0-5 0,-1 2 0,1 1 0,-7 10 0,0 5 0,-3 8 0,1 6 0,-4 7 0,0 9 0,-4 12 0,0-1 0,0 1 0,0-2 0,0 4 0,0-2 0,0-2 0,4-1 0,2-4 0,1-2 0,2-4 0,6-2 0,1-2 0,0-2 0,2-2 0,-1-4 0,5-8 0,-2-5 0,1-6 0,2-4 0,1-6 0,-1 2 0,-2 3 0,-4-2 0,-5 6 0,0 1 0,0 2 0,-5 6 0,-6 4 0,-6 6 0,-7 5 0,-8 4 0,-2 5 0,-3 7 0,-4 7 0,-4 9 0,0 5 0,-2 3 0,-1 4 0,5-1 0,3 4 0,4 0 0,3 1 0,0 1 0,6 5 0,4-1 0,6-6 0,10-6 0,9-4 0,9-5 0,8-2 0,4-6 0,1-1 0,2-2 0,2-2 0,-1-3 0,5-3 0,1-2 0,-2-1 0,0-2 0,-4-4 0,3 0 0,1 0 0,-5-6 0,-1-2 0,-4-3 0,-4-1 0,-6 0 0,-7 0 0,-2 0 0,-8-6 0,0 0 0</inkml:trace>
  <inkml:trace contextRef="#ctx0" brushRef="#br0" timeOffset="3516">2443 1721 8937,'-12'0'0,"0"0"0,-1 0 0,7 1 0,2 3 0,6-1 0,4 3 0,2 1 0,5 0 0,-1 1 0,6 5 0,-1 4 0,4 3 0,1 5 0,3 6 0,-1 8 0,0 7 0,6 7 0,2 11 0,3 5 0,1 2 0,1 2 0,-2-2 0,-2-2 0,0-4 0,-2-5 0,1-6 0,-2-10 0,-1-10 0,-3-10 0,2-6 0,-4-7 0,-3-5 0,0-4 0,-3-9 0,-1-7 0,1-3 0,-8-3 0,1-10 0,-4-1 0</inkml:trace>
  <inkml:trace contextRef="#ctx0" brushRef="#br0" timeOffset="4099">2843 2932 8937,'-6'12'0,"0"0"0,-7 1 0,3-1 0,0-2 0,3 0 0,2-2 0,2-5 0,7 1 0,5-3 0,3-6 0,4-5 0,4-5 0,3-5 0,2-3 0,4-2 0,3-2 0,3-1 0,-3-5 0,1 4 0,2-2 0,4-3 0,2-5 0,4-3 0,-5-1 0,-2-3 0,-3 5 0,-3 0 0,-5 5 0,-5 4 0,-10 7 0,-8 13 0,-8 11 0,-4 6 0,-3 7 0,-1 3 0,1-1 0,2 0 0,1 3 0,-2-3 0,-1 5 0,-1 0 0</inkml:trace>
  <inkml:trace contextRef="#ctx0" brushRef="#br0" timeOffset="4682">2903 2981 9106,'-7'-6'0,"-3"5"0,8-6 0,-2 3 0,8 3 0,4-3 0,3 2 0,1 4 0,0 2 0,1 4 0,-1 3 0,0 1 0,-1 0 0,-3 0 0,2 0 0,-2 2 0,5 2 0,3 4 0,-3-1 0,5 1 0,-1 2 0,3 0 0,3 3 0,2-2 0,-1-3 0,0-4 0,4-3 0,1-2 0,-3-3 0,0-4 0,-2-9 0,1-6 0,-1-6 0,0-6 0,-5-4 0,-4-11 0,-5-2 0,-2-5 0,-1-2 0,1-1 0,-4-1-1,-2 1 0,-4-1 0,-2-1 1,-4-2-5,-3-5 1,-1-2 0,0 0 0,0 4 2,0 6 0,1 8 1,2 11 0,1 10 0,0 13 1,-3 16-1,1 8 1,2 7 0,6 1 0,-2 8 0,2-1 0,2 0 0,0 1 0,4-6 0,2-1 0,0-4 0,3 1 0,3-4 0</inkml:trace>
  <inkml:trace contextRef="#ctx0" brushRef="#br0" timeOffset="5583">3073 3102 8978,'0'-12'0,"0"-4"0,-1-2 0,-2-1 0,-1-2 0,-4-2 0,4-3 0,1-1 0,2-1 0,1 0 0,0 5 0,0 1 0,0 2 0,0 5 0,0 5 0,0 11 0,0 8 0,0 6 0,0 8 0,0 0 0,0 5 0,0 3 0,0 1 0,0 5 0,0-2 0,0-3 0,0 2 0,0-5 0,0 1 0,0 0 0,0-7 0,0-7 0,0-3 0,0-1 0,0-6 0,1-6 0,3-7 0,1-11 0,5-6 0,-3-7 0,-2-4 0,3-3 0,-3-1 0,1-2 0,-1-2 0,3 0 0,-2-2 0,-1 5 0,0 2 0,3 3 0,-2 3 0,-1 5 0,1 5 0,-2 12 0,-4 11 0,0 10 0,-2 7 0,0 12 0,-2 6 0,1 8 0,2 7 0,1 3 0,0-1 0,0 1 0,4-3 0,1-6 0,2-5 0,2-2 0,2-7 0,2-6 0,2-7 0,1-10 0,0-5 0,-3-5 0,-3-3 0,-2-7 0,3-11 0,-4-11 0,1-5 0,0-5 0,-5-3 0,1-3 0,-1-1 0,1-2 0,-3-3 0,3 2 0,-3-1 0,-1-3 0,0 5 0,-1 5 0,-2 9 0,-1 9 0,0 10 0,3 19 0,-3 13 0,2 16 0,-2 18 0,3 5 0,1 5 0,0 0 0,0 0 0,0 2 0,0 1 0,4 5 0,1-4 0,2-6 0,3-7 0,0-8 0,1-9 0,-1-9 0,-2-6 0,0-8 0,3-15 0,-2-8 0,-1-6 0,-4-13 0,3-5 0,-2-6 0,-2-3 0,-2 0 0,-1-4 0,0-2 0,0 0 0,0 5 0,2 7 0,0 3 0,2 5 0,0-2 0,-2 29 0,0 9 0,2 18 0,-1 12 0,0 6 0,-1 2 0,4 4 0,1 4 0,-3-1 0,2 6 0,1-3 0,0-5 0,-3-2 0,4-6 0,0 0 0,4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2:40.22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24 375 9073,'-4'-8'0,"-2"1"0,0 1 0,3-3 0,-1 1 0,4-3 0,4-1 0,4 0 0,8 0 0,4 0 0,3 0 0,2-1 0,4-3 0,3-1 0,5-2 0,3-3 0,-2 0 0,2-1 0,-3 2 0,-5 5 0,2 4 0,-6 4 0,-3 5 0,-3 6 0,-5 9 0,-4 10 0,-3 5 0,-2 5 0,2 4 0,-5 3 0,1 2 0,-1-2 0,0 4 0,-2 1 0,1 3 0,-1 2 0,-2-1 0,-1 2 0,0 3 0,0 3 0,0-6 0,2-3 0,0-4 0,2-4 0,0 0 0,-4-1 0,2 0 0,2-3 0,-3-3 0,3 0 0,-1-3 0,1-4 0,-3-6 0,3-3 0,-2-14 0,-2-11 0,0-8 0,0-6 0,0-1 0,-6-6 0,-1-1 0</inkml:trace>
  <inkml:trace contextRef="#ctx0" brushRef="#br0" timeOffset="302">339 847 8976,'-12'0'0,"6"0"0,6 0 0,6 0 0,7-1 0,3-2 0,5-1 0,3-4 0,4 3 0,4-2 0,3-2 0,7-2 0,3-3 0,2-1 0,1-1 0,1-4 0,-2 4 0,-3 1 0,-3 2 0,-5 2 0,-4 3 0,-8-3 0,-6 4 0</inkml:trace>
  <inkml:trace contextRef="#ctx0" brushRef="#br0" timeOffset="684">860 605 8960,'-16'-4'0,"-2"0"0,-1 1 0,5-2 0,-3 1 0,4 1 0,6 0 0,3-1 0,3 8 0,2 2 0,2 7 0,1 7 0,4 9 0,-3 3 0,2 3 0,3 1 0,0 2 0,4 0 0,1-1 0,1-2 0,4-6 0,-3-1 0,4-4 0,4-4 0,-1-8 0,5-9 0,-4-8 0,-1-11 0,2-5 0,0-12 0,-1-5 0,-2-5 0,-7-4 0,-1-2 0,-4 0 0,-3-4 0,-5 9 0,-1 1 0,-4 8 0,-6 6 0,-3 10 0,-1 7 0,0 7 0,-1 10 0,3 7 0,2 9 0,4 6 0,2 8 0,2 6 0,0 2 0,0 3 0,6 1 0,2 0 0,4-2 0,4-5 0,3-2 0,5-2 0,2-1 0,2-2 0,1-9 0,5-9 0,-3-6 0,-1-5 0,3-13 0,-2-5 0</inkml:trace>
  <inkml:trace contextRef="#ctx0" brushRef="#br0" timeOffset="1349">1454 72 8960,'-21'-23'0,"1"3"0,5 4 0,-1 7 0,3 5 0,5 19 0,1 9 0,2 10 0,2 6 0,2 4 0,2 4 0,3 0 0,4 1 0,4 1 0,4 2 0,3 5 0,0 2 0,4 2 0,-3-1 0,4 1 0,5-1 0,-8-10 0,2-7 0,-4-8 0,-4-6 0,-2-5 0,-2-4 0,-2-5 0,-1-6 0,-6-3 0,-4-8 0,-8-2 0,-4-3 0,-6-6 0,-2-3 0,-1-4 0,-2-3 0,-2-1 0,-3-2 0,-1-2 0,4 2 0,1-2 0,4 2 0,6 2 0,8 1 0,4 3 0,2 4 0,13 8 0,7 4 0,9 4 0,9 4 0,2 1 0,6 5 0,2-2 0,1 1 0,0-4 0,-1-1 0,-2-2 0,2-2 0,-3-3 0,-1-4 0,-4-6 0,-7-5 0,-11-2 0,-8-4 0,-7 0 0,-3 0 0,-8-1 0,-3 2 0,-6 3 0,-5 4 0,-3-1 0,-3 2 0,-1 4 0,-1 6 0,-2 6 0,4 6 0,-3 7 0,2 8 0,6 5 0,2 11 0,1 1 0,4 1 0,0 6 0,3-3 0,3 0 0,4-3 0,4-6 0,6-4 0,4-3 0,5-5 0,7-9 0,-2-3 0,4-3 0,4-4 0,-1-7 0,4-4 0,-1-3 0,-3-1 0,-1-7 0,-2-4 0,-1-5 0,-3-3 0,-3-2 0,-5-3 0,1 0 0,-1-1 0,-4 1 0,-2 1 0,0 4 0,-3 7 0,-2 9 0,-1 15 0,1 15 0,2 21 0,2 7 0,2 4 0,2 7 0,6 0 0,1-1 0,-1-5 0,0-3 0,0-2 0,2-7 0,2-6 0,1-12 0,3-7 0,-1-11 0,-2-11 0,-4-13 0,3-12 0,-3-7 0,-5-4 0,1-2 0,-5-10 0,5-3 0</inkml:trace>
  <inkml:trace contextRef="#ctx0" brushRef="#br0" timeOffset="2064">2326 399 8960,'-9'-46'0,"-5"-1"0,-2-4 0,-2-3 0,0 0 0,5 3 0,7 11 0,3 9 0,3 19 0,0 12 0,0 12 0,0 17 0,1 6 0,3 4 0,2 7 0,5-3 0,-1 2 0,4-1 0,2-1 0,-1 3 0,2-2 0,2 2 0,-3 1 0,4 3 0,2 1 0,1 2 0,1-6 0,0-8 0,1-7 0,-1-8 0,-4-6 0,-1-10 0,-3-7 0,-5-7 0,-5-4 0,-6-10 0,0-2 0,0-1 0,-6-1 0,-6 1 0,-7 3 0,-4 4 0,-5 0 0,-2 2 0,0 5 0,1 2 0,-4 3 0,4 4 0,-1 0 0,1 0 0,2 6 0,5 2 0,5 2 0,3 3 0,-1-3 0,9 0 0,0-4 0,6 0 0,7-3 0,9-7 0,4-5 0,3-1 0,7-9 0,2-4 0,3-5 0,2-3 0,-1 0 0,0-2 0,1 7 0,-1 4 0,-1 6 0,-3 8 0,-4 4 0,-2 2 0,-7 13 0,-4 7 0,-6 7 0,-5 8 0,-2 2 0,-2 1 0,0-1 0,0-3 0,0-2 0,0-6 0,0 0 0,0-8 0,0-7 0,5-11 0,4-15 0,5-9 0,2-9 0,6-4 0,-2-8 0,1-3 0,-1 0 0,3 0 0,-4 3 0,0 2 0,-3 0 0,-4 6 0,-4 0 0,-4 5 0,-4 16 0,-4 11 0,-4 11 0,-2 12 0,-4 12 0,-1 15 0,-2 3 0,-2 4 0,4 7 0,-1-1 0,4 2 0,4-2 0,-2-2 0,6-4 0,3 0 0,4-2 0,5-7 0,8-13 0,5-4 0,6-3 0,0-5 0,6-8 0,0-4 0,2-3 0,-2-4 0,-1-5 0,0-8 0,-1-5 0,0-5 0,-4-1 0,1-2 0,-1-2 0,-3-6 0,-2-3 0,-3 1 0,-2 1 0,4-2 0,-4-1 0,1 2 0,-1 2 0,3 7 0,-2 7 0,-1 10 0,1 7 0,2 12 0,-4 7 0,-1 10 0,-2 8 0,-1 11 0,2 5 0,1 4-1,1 0 0,0-2 1,-4-4-1,0-3-3,0-4 0,0-1 4,1-8 0,-1-1 0,0-4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2:43.74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84 2072 8955,'-12'8'0,"0"-1"0,0-2 0,4 5 0,0-2 0,0 3 0,1 1 0,0-4 0,4 0 0,-1 1 0,2-3 0,6-2 0,2-6 0,8-6 0,1-8 0,1-5 0,5-9 0,1-2 0,4-3 0,2-2 0,5-3 0,0-2 0,3-2 0,5-6 0,3-9 0,8-10 0,4-2 0,-1-2 0,0 6 0,-5 3 0,0 7 0,-3 4 0,-4-5 0,-1 2 0,-7 2 0,-4 3 0,-5 9 0,-4 4 0,-3 7 0,-2 6 0,-2 3 0,-5 11 0,-2 3 0,-6-2 0,4 8 0,-8 2 0,-2 8 0,-4 3 0,-2 5 0,-4 2 0,-1 1 0,-1 2 0,-1 2 0,2 3 0,-3 2 0,-1 4 0,1 3 0,-4 1 0,2 1 0,-2-1 0,-1 0 0,-1 1 0,-1-1 0,-4 1 0,2-1 0,-5 2 0,0 1 0,1 1 0,0 0 0,4-5 0,0-2 0,4-5 0,-1-5 0,5-7 0,0-8 0,3-7 0,8-5 0,4-4 0,3-6 0,2-4 0,2-1 0,1-2 0,9-2 0,-1-1 0,3-1 0,3 1 0,0-2 0,8-2 0,1-3 0,1 0 0,6-4 0,-2 3 0,4-4 0,5-5 0,2-7 0,7-9 0,2-2 0,5-2 0,2 1 0,2-1 0,-3 3 0,-6 6 0,-8 7 0,-6 12 0,-7 4 0,-7 4 0,-6 2 0,-10 3 0,-3 8 0,-6 10 0,-2 9 0,-2 3 0,-2 3 0,0 2 0,-2-3 0,1 0 0,-1 0 0,-2 4 0,-1 2 0,0-1 0,-1 1 0,1-2 0,0-3 0,0 2 0,0 1 0,-2 6 0,0-3 0,-3 1 0,3 0 0,-4 0 0,2 5 0,0-3 0,-2-1 0,5 0 0,-2-5 0,4-2 0,3-5 0,6-3 0,-4-17 0,6-3 0</inkml:trace>
  <inkml:trace contextRef="#ctx0" brushRef="#br0" timeOffset="1451">1163 400 8954,'-3'-13'0,"-5"-3"0,0 2 0,-7-2 0,5 2 0,1 6 0,5 0 0,0 7 0,4 1 0,5 5 0,2 9 0,2 2 0,4 4 0,-4 4 0,9 3 0,-1 3 0,3 1 0,2 0 0,-1 2 0,-1 0 0,2 0 0,2-2 0,3 0 0,3 0 0,1 0 0,-3-4 0,3 1 0,-1-3 0,-3-5 0,-2 1 0,-1-6 0,-1-3 0,-3-2 0,-2-7 0,-6 1 0,-5-4 0,-3-4 0,-3-5 0,-8-1 0,-3-2 0,-6-2 0,-3-2 0,-2 1 0,-3-5 0,0-2 0,0-1 0,-6-2 0,-1-3 0,-1-5 0,0-2 0,3-2 0,-3-4 0,0-3 0,1-3 0,2 8 0,9 5 0,4 7 0,3 8 0,6 8 0,3 3 0,9 7 0,6 1 0,5 7 0,3 4 0,0-1 0,2 0 0,0-2 0,0 1 0,2-2 0,1 1 0,0 0 0,1 4 0</inkml:trace>
  <inkml:trace contextRef="#ctx0" brushRef="#br0" timeOffset="2405">1175 400 9062,'-18'0'0,"5"0"0,-5 0 0,6 0 0,0 0 0,12 0 0,8-1 0,10-2 0,4-1 0,4-5 0,2 1 0,6-3 0,5-1 0,5 0 0,9-2 0,3-1 0,4-1 0,0-4 0,-1 4 0,-1 1 0,-1 1 0,-10 2 0,-1 0 0,-9 1 0,-10 3 0,-8 4 0,-11 8 0,-4 2 0,-8 3 0,-5-2 0,-6-2 0,2 3 0,-5-4 0,2-1 0,0-2 0,-4-1 0,2 0 0,-1 0 0,-2 0 0,-1 5 0,1-1 0,0-2 0,0 0 0,-2-2 0,-1 1 0,0 2 0,-1 1 0,1 4 0,-1-3 0,-4 2 0,-3 2 0,1 2 0,0 1 0,0 0 0,0 0 0,4 1 0,-1-3 0,2 0 0,2-2 0,5-6 0,3 3 0,3-4 0,7-2 0,6-2 0,7-1 0,5-10 0,4 2 0,4-1 0,3-1 0,3 1 0,2-2 0,6-2 0,5-2 0,0 3 0,5-5 0,1 1 0,-2 1 0,4-4 0,-4 5 0,0-3 0,-2 1 0,-5 7 0,-5-1 0,-6 6 0,-3 3 0,-13 1 0,1 9 0,-14 2 0,-4 1 0,-3 0 0,-1 0 0,0 4 0,-2 0 0,-2 0 0,1 1 0,-5-1 0,0 0 0,1 0 0,-4 0 0,3 0 0,-3 0 0,-1 0 0,-2-1 0,-2-1 0,-4-2 0,-3 1 0,2 0 0,1 1 0,0-2 0,1 1 0,-3-2 0,6 0 0,1-2 0,1-2 0,7 2 0,3-1 0,3-1 0,7-2 0,6-1 0,7 0 0,5 0 0,4 0 0,5-1 0,2-3 0,2-3 0,5-5 0,5-1 0,4-3 0,7-3 0,-2-6 0,3 1 0,2 0 0,0-2 0,3 0 0,-1-3 0,-4 2 0,-4 3 0,-8 4 0,-3 5 0,-4 6 0,-7 3 0,-7 9 0,-4 4 0,-6 5 0,-4 9 0,-4 1 0,-4 1 0,-8 9 0,-3-6 0</inkml:trace>
  <inkml:trace contextRef="#ctx0" brushRef="#br0" timeOffset="4002">1502 642 8936,'-8'13'0,"0"-1"0,0 0 0,-5 0 0,3 0 0,2 0 0,4 0 0,4-5 0,4-3 0,1-4 0,4-4 0,-1-4 0,2-3 0,1 3 0,-1 0 0,0-1 0,-2-2 0,0-1 0,4 0 0,0-2 0,0-2 0,0 1 0,2-5 0,1-2 0,1 0 0,5-4 0,1-2 0,4-5 0,2-2 0,4-1 0,-2 0 0,1-2 0,2-2 0,-4 6 0,-4 0 0,-6 6 0,-5 5 0,-1 10 0,-9 5 0,-7 9 0,-9 16 0,-7 8 0,-4 6 0,-1 4 0,0 1 0,0 0 0,0 1 0,-2 0 0,-1 2 0,-1 3 0,1 1 0,1 2 0,2 2 0,0-1 0,0-2 0,1-6 0,2-2 0,5-8 0,3-6 0,2-5 0,3-5 0,4-12 0,8-6 0,4-10 0,3-7 0,5 1 0,2-8 0,0 1 0,4-3 0,-3-5 0,1-2 0,2-1 0,0 1 0,3 1 0,-1 2 0,1-2 0,4-2 0,-4 7 0,4 1 0,-4 5 0,-1 3 0,-3 5 0,-4 3 0,-2 4 0,-4 4 0,-7 4 0,-2 8 0,-4 4 0,-5 7 0,-5 2 0,-2 2 0,-2 2 0,1 4 0,-5 2 0,-1 2 0,-2 2 0,0 1 0,1 5 0,2-1 0,-1 1 0,-2 3 0,0 2 0,1-1 0,2 1 0,4-2 0,-2-6 0,4-4 0,3-6 0,7-12 0,0 0 0,4-13 0,4-4 0,4-9 0,3-6 0,2-10 0,2-5 0,2-5 0,2-3 0,0-6 0,3-3 0,-3 1 0,-2 1 0,5-1 0,-2 1 0,1 4 0,0 3 0,0 4 0,-5 7 0,-1 6 0,-2 9 0,-7 8 0,-6 18 0,-6 5 0,-7 13 0,-3 3 0,-4 1 0,-3 1 0,-1 6 0,-1 1 0,1 1 0,0 5 0,0-4 0,-1 3 0,1 1 0,0 1 0,1-3 0,3-6 0,4-8 0,2-5 0,2-3 0,0-5 0,5-10 0,5-6 0,4-8 0,6-6 0,7-9 0,3-7 0,-1-1 0,1-3 0,2-5 0,-3-2 0,2-1 0,3 0 0,-3 2 0,-1 5 0,0 3 0,-3 3 0,1 1 0,-3 4 0,-2 5 0,-8 9 0,-3 9 0,-7 8 0,-5 2 0,-3 11 0,-2 2 0,-2 1 0,-1 5 0,-5 0 0,1 1 0,0 0 0,0-3 0,-1 4 0,1-1 0,0 3 0,1-2 0,2-3 0,2-4 0,1-3 0,2-6 0,4-2 0,5-12 0,5-14 0,4-9 0,6-8 0,4-5 0,5-3 0,3-3 0,3-1 0,1 4 0,0-1 0,0 2 0,1 2 0,-1 3 0,1 2 0,1 2 0,-2 2 0,2 7 0,-10 5 0,-1 5 0,-7 8 0,-7 10 0,-8 8 0,-2 5 0,-11 5 0,-3 1 0,-4 1 0,0 6 0,-4-3 0,0 1 0,0 1 0,3-1 0,-3 3 0,0-3 0,0-4 0,4-2 0,0-3 0,6-3 0,4-4 0,5-9 0,4-8 0,4-10 0,4-8 0,4-8 0,6-3 0,5-1 0,3-1 0,8-6 0,2-1 0,5-1 0,-3 4 0,3 3 0,-1 1 0,-1 1 0,3-1 0,-6 8 0,-1 5 0,-1 4 0,-9 11 0,-5 8 0,-8 8 0,-12 14 0,-8 2 0,-6 4 0,-3 3 0,-3 2 0,-5-1 0,-2 0 0,2 2 0,-2 1 0,-3 3 0,0 1 0,2-6 0,4 0 0,3-9 0,4-6 0,6-6 0,4-9 0,6-7 0,5-11 0,9-11 0,6-5 0,4-5 0,10-7 0,1-3 0,5 0 0,6 1 0,1 0 0,5 6 0,0 3 0,0 4 0,-2 4 0,3 3 0,-1 5 0,-4 3 0,0 6 0,-12 3 0,-4 3 0,-5 1 0,-10 5 0,-4 3 0,-4 3 0,-4 1 0,-4 5 0,-9 4 0,-3 2 0,-3 1 0,-2 4 0,-2 0 0,-1 1 0,1 0 0,-3-3 0,2 1 0,2-6 0,5-5 0,3-8 0,6-3 0,0-4 0,5-13 0,4-7 0,7-8 0,9-4 0,4 4 0,9-1 0,1 2 0,1 2 0,6 0 0,-3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2:57.54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0 154 9067,'12'0'0,"2"1"0,2 3 0,4 3 0,8 5 0,5 0 0,2 0 0,6 6 0,4 2 0,5 3 0,6 1 0,1-1 0,7 0 0,-3-2 0,-4 1 0,0 3 0,-4-4 0,-3 0 0,-4-1 0,-5 2 0,-3-6 0,2-1 0,5-2 0,-4-1 0,0 0 0,-2 2 0,1 2 0,-2-2 0,2 2 0,-3-1 0,-5 1 0,2-3 0,-5 3 0,1-2 0,0-2 0,-4-1 0,-5-3 0,-5-4 0,-3-3 0,-1 0 0,1 3 0,-8-4 0,-5 0 0,-7 0 0,-8-5 0,-1 0 0,1-3 0,-3 1 0,-3-1 0,-2 0 0,-1 1 0,0-4 0,0 2 0,-2-5 0,-2-2 0,-3-1 0,-5 1 0,-2-5 0,-2-2 0,-10-2 0,-12-5 0,-10-5 0,-7-4 0,-8-5 0,-4 2 0,46 21 0,-1 0 0,-2 0 0,2 1 0,-38-15 0,10 8 0,15 5 0,13 6 0,8 3 0,7 2 0,8 1 0,10 2 0,1 6 0,11-4 0,1 12 0,8 2 0,2 2 0,7-2 0,0 1 0,2 0 0,2 2 0,4 2 0,3 2 0,4 3 0,3 0 0,3 0 0,2 5 0,6 2 0,5 1 0,2 6 0,7 5 0,8 6 0,6 4 0,2 1 0,8-1 0,2-2 0,0-5 0,-4-8 0,-2-5 0,-3-5 0,-6-6 0,2 2 0,-6-1 0,0 1 0,-2-1 0,-10 3 0,-5-4 0,-6 1 0,-2 0 0,-2-3 0,-5 2 0,-1-3 0,-2-1 0,-3-1 0,2-1 0,-2-2 0,-2 1 0,-7 2 0,-4 1 0,-2-5 0,-14-2 0,-7-5 0,-9-1 0,-7-3 0,-4-3 0,-10-7 0,-4 0 0,-3-3 0,-5-4 0,-2 1 0,-3-3 0,-1-1 0,-7-1 0,-8 0 0,-9-3 0,-14-5 0,43 15 0,-1-1 0,-9-2 0,-1-2 0,-2-1 0,-1-3 0,-1-1 0,0-2 0,0 0 0,2-3 0,1-2 0,2 0 0,5 2 0,1 2 0,7 2 0,2 1 0,-36-18 0,15 8 0,8 8 0,8 5 0,14 8 0,1-2 0,4 1 0,4 4 0,3-4 0,2 1 0,3-1 0,2 1 0,2 0 0,5 7 0,4 0 0,0 2 0,2 6 0,10 0 0,2 8 0,3 0 0,1 4 0,5 5 0,5 2 0,5 3 0,5 6 0,3-2 0,3 4 0,2-1 0,4 1 0,10 3 0,7 6 0,5 0 0,1 4 0,11 3 0,4 9 0,-34-25 0,1 0 0,7 2 0,0 0 0,-1-2 0,0-1 0,4-1 0,1-1 0,-3-2 0,0-2-28,0-2 1,-1-1 0,3-2 0,0 0-1,-4-2 1,0-1 0,-3 1 0,0 2 27,42 15 0,-7 1 0,-2 4 0,-1 1 0,-4-1 0,-12-6 0,-13-5 0,-9-5 0,-10-2 0,0 2 0,-5-3 0,0 1 0,-2-1 0,-2 0 0,-1-5 0,3 1 0,-2 3 0,-3-6 0,-4 2 0,-4-3 0,-2-2 0,-8-2 0,-2-5 0,-9 0 0,-7 0 0,-6-4 0,-6-1 0,-1-2 54,-4-2 1,2-1-1,-5 1 1,-2 1-55,-1-1 0,-1-2 0,0-1 0,-2 0 0,-2-1 0,1 0 0,-6-3 0,-3-4 0,-7-3 0,-9-8 0,-14-6 0,-8-7 0,39 19 0,-2-1 0,-2-1 0,-1 0 0,-4-2 0,-1 1 0,-1 2 0,0 0 0,-1 1 0,2 0 0,7 2 0,3-1 0,-31-19 0,19 8 0,17 9 0,14 5 0,10 7 0,5 4 0,4 7 0,10 3 0,3 7 0,8 5 0,10 3 0,6 1 0,8-2 0,2 5 0,6 0 0,2 0 0,1-3 0,2 2 0,-1-1 0,3 2 0,6 3 0,-5-4 0,10 1 0,2 0 0,3 0 0,2 7 0,2 6 0,4 3 0,3 1 0,-1 6 0,1 1 0,-2 0 0,-5-3 0,-11-3 0,0-5 0,-4-4 0,-1-2 0,-2-7 0,2-2 0,-2-2 0,-6-3 0,-5 3 0,-10-7 0,-4 3 0,-2 1 0,-3-1 0,-3-2 0,-4-1 0,-4-4 0,-4 4 0,-4-5 0,-9 0 0,-7-6 0,-2-2 0,-6-5 0,-2 2 0,0-1 0,-7-3 0,0-3 0,-4-1 0,-4 1 0,-1 0 0,-6 0 0,-4-2 0,-3-2 0,-4 0 0,-6-4 0,-2-1 0,-5-6 0,-9-9 0,31 17 0,-1-1 0,-3-2 0,0 0 0,-1-1 0,0-1 0,3 1 0,0 1 0,-35-19 0,12 6 0,13 8 0,15 7 0,29 21 0,14 3 0,10 4 0,6 5 0,4-3 0,8 1 0,5 1 0,2 2 0,2 1 0,2-1 0,3 0 0,1 1 0,-1-3 0,6 9 0,5-2 0,1 0 0,5 5 0,-1 1 0,5 5 0,6 5 0,10 13 0,5 2 0,-1 0 0,1-1 0,-1-9 0,-9 1 0,-7-7 0,-7-5 0,-9-5 0,-16-9 0,-3-1 0,-4-3 0,-7-2 0,-5-6 0,-11-2 0,-9-2 0,-12-4 0,-10-3 0,-6-2 0,-7-2 0,-3-2 0,-1-2 0,-1-2 0,1 3 0,1 0 0</inkml:trace>
  <inkml:trace contextRef="#ctx0" brushRef="#br0" timeOffset="128">2872 1390 9067,'1'22'0,"2"-1"0,1-5 0,5-3 0,-2-1 0,1 0 0,0 1 0,0-7 0,4 0 0</inkml:trace>
  <inkml:trace contextRef="#ctx0" brushRef="#br0" timeOffset="1802">2884 1656 9242,'-12'4'0,"0"0"0,0-1 0,-1-2 0,5-2 0,2-3 0,0-4 0,4-3 0,2-1 0,2 0 0,4-2 0,0-2 0,2-1 0,5-5 0,-1 2 0,0-2 0,4-5 0,1-2 0,1-1 0,-1 1 0,4-1 0,-4 3 0,2-1-2,3 1 1,-4 1 0,1 3-1,0 2 0,0 1 1,-4 5-1,2-1 1,-1 2 0,1 2 0,-5 5 0,-4 3 0,1 3 0,2 1 0,0 1 0,-3 3 0,-3-1 0,-5 5 1,0 2-2,0 0 1,0-2 0,0 0 0,-1 2 0,-3 1 0,-3 1 0,-5-1 0,0-2-1,0-1 0,-2 0 1,-1 4-1,-2 0-1,-2 0 1,3 2 0,-3 1-1,0 1 0,0-1 0,1 2 0,-4 1 0,2 1 0,-2 2 1,5 2 0,-1 1-1,2 0 2,0 1 0,1-5 1,6 0-1,2 2 1,2 0 0,-3 1 0,3-2 0,3-5 0,0-3 0,2-1 0,0 0 0,0 1 0,0-1 0,0-7 0,0-5 0,0-7 0,0-3 0,0-3 0,2 1 0,0-1 0,3-3 0,4 1 0,-2-5 0,1-2 0,0-1 0,0-1 0,4 0 0,1 0 0,4-1 0,-4 1 0,5-1 0,-2-2 0,0-2 0,4 1 0,-4 5 0,0 2 0,2 0 0,-5 3 0,4-4 0,-5 3 0,-4 2 0,1 5 0,-3 5 0,0 1 0,-2 2 0,4 4 0,-1 6 0,1 2 0,-4 3 0,-2 1 0,-2 0 0,0 1 0,0 2 0,0 1 0,-2 0 0,-2-3 0,-4 0 0,-3 3 0,-1-1 0,0 4 0,0 0 0,0 0 0,-4 1 0,0 5 0,-1 2 0,0 2 0,2 3 0,-4-3 0,0 2 0,1 3 0,-1-4 0,-3-2 0,3-4 0,2-4 0,1-2 0,4-6 0,-1-1 0,1-3 0,6-3 0,2-6 0,8-2 0,4-1 0,-2-4 0,2 3 0,2-2 0,1-2 0,-1 2 0,0-1 0,-2-2 0,1 0 0,-2-3 0,0 0 0,0-2 0,-1-1 0,-2-4 0,3 2 0,0-1 0,0-2 0,1-3 0,2-3 0,0-2 0,-2 3 0,5-5 0,6 0 0,1 0 0,1 2 0,-1 4 0,4-1 0,0 1 0,0 0 0,-3 0 0,-2 7 0,-2 1 0,-2-1 0,-2 2 0,-2 4 0,-3 0 0,-2 0 0,-8 6 0,-2 6 0,1 4 0,-3 6 0,-1-2 0,0 1 0,3 2 0,-4 3 0,0 0 0,1 3 0,-3-1 0,1-3 0,0 2 0,1 1 0,-3 4 0,3-2 0,-3 1 0,-1 2 0,0 2 0,0 3 0,0 1 0,0 1 0,-4 6 0,-2-3 0,-1 1 0,-2 0 0,-1-1 0,1 1 0,0-5 0,0-5 0,2-5 0,0-4 0,2-3 0,2-2 0,3-4 0,2-8 0,2-4 0,6-4 0,-2-3 0,2-2 0,2-2 0,6-5 0,2-6 0,2 1 0,3-1 0,-1 0 0,1 2 0,2-3 0,1 0 0,6-3 0,-2 5 0,1-1 0,0 1 0,1 0 0,-1 5 0,2 1 0,1 3 0,-5 3 0,-3 4 0,-3 3 0,-1 2 0,0 2 0,1 6 0,-7 6 0,0 2 0,-2 4 0,0 4 0,4-3 0,-3 4 0,1-4 0,-1-1 0,4 6 0,-7 0 0,3 7 0</inkml:trace>
  <inkml:trace contextRef="#ctx0" brushRef="#br0" timeOffset="1895">3114 1692 9109,'-13'13'0,"-3"-1"0,2 0 0,-2 0 0,2 0 0,2 0 0</inkml:trace>
  <inkml:trace contextRef="#ctx0" brushRef="#br0" timeOffset="2897">2823 1789 9109,'-1'7'0,"-2"-2"0,-2-1 0,-2 1 0,-1 4 0,1-8 0,3 5 0,8-6 0,4 0 0,3-2 0,3 0 0,2-2 0,4 1 0,7-2 0,3 0 0,2 3 0,6 0 0,-1-2 0,8 0 0,0 0 0,3-1 0,-5 4 0,-3-3 0,-2 2 0,-2 2 0,-1-4 0,-3 0 0,-5 1 0,-5 2 0,-5 1 0,-5 0 0,-1 1 0,-3 3 0,-2-1 0,-6 5 0,0-4 0,0 4 0,-2-5 0,-2 1 0,-2-1 0,-1 1 0,-4-3 0,3 3 0,-3-2 0,-1-2 0,-4 0 0,-2 0 0,0 0 0,-4 0 0,-2 0 0,-4 0 0,-6-2 0,-5-2 0,-4 2 0,-7-5 0,-1 0 0,-2 0 0,-3 3 0,5-2 0,4 0 0,5 3 0,9 2 0,7 1 0,4 0 0,6 0 0,9 0 0,7 0 0,6 4 0,7 0 0,2-1 0,1-2 0,5-1 0,-2 0 0,3 0 0,2 0 0,-2-4 0,6 0 0,-1 1 0,1 2 0,0-3 0,7 0 0,3 1 0,0 2 0,-1 1 0,0 0 0,1 0 0,2 0 0,-2 0 0,2 0 0,-2 0 0,-2 0 0,-4 1 0,-1 2 0,-2 1 0,-7-1 0,-3-2 0,-7 0 0,1 2 0,-1 1 0,-6 0 0,-2-4 0,-8 0 0,-4 0 0,-2 0 0,-4 0 0,-2 0 0,-4 0 0,-3 0 0,-1 0 0,-2 0 0,-2-1 0,-5-3 0,1 2 0,-3-2 0,-3 2 0,1-1 0,-1-1 0,0 0 0,-1 4 0,-1 0 0,0 0 0,5 0 0,4 0 0,6 0 0,5 0 0,4 0 0,9 0 0,3-1 0,10-3 0,8 1 0,4-4 0,1 0 0,2 1 0,4-1 0,3-1 0,4 3 0,3-1 0,-3 5 0,1-3 0,2 2 0,4 2 0,-2 0 0,4 2 0,-3 0 0,-2 2 0,0 5 0,1-4 0,-2 0 0,-3 1 0,0 2 0,-6-3 0,-3 1 0,0-1 0,-11 0 0,-4-1 0,-7-2 0,-6 2 0,-7-3 0,-11-6 0,-8-2 0</inkml:trace>
  <inkml:trace contextRef="#ctx0" brushRef="#br0" timeOffset="4767">3429 1801 9189,'8'0'-47,"0"0"46,-5 0 1,2-1-1,-5-3 1,0-4 0,0 1 0,0-1 0,0-1 0,0-2 0,-5-1 0,-3-2 0,-3 0 0,-1-3 0,-1-5 0,-4-1 0,-3-4 0,-3 0 0,-1-3 0,-1 1 0,-2-1 0,-2 0 0,2 2 0,7 5 0,4 4-1,3 7 1,2 4-4,3 4 1,2 4 0,8 0 0,2 7 0,4 4 0,3 1 0,2 0 0,3 0 1,4 0 1,-1 4 0,1 2 0,1-1 1,-3 1 0,5 2 0,-2-3 0,0 2 0,-1 3 0,3-1 0,-3 1 0,2-3 0,-2-2 0,3 1 0,-4-3 0,1-1 0,0-3 0,-5 0 0,1-6 0,-2 2 0,-2-4 0,-10 1 0,-3-8 0,-6-4 0,-6-3 0,-1-1 0,-4 0 0,-1-2 0,0-2 0,-1-3 0,-5-5 0,1 0 0,0-1 0,0-3 0,-2-1 0,-1-2 0,-1-3 0,-4-1 0,2 0 0,0 1 0,1 2 0,6 10 0,7 4 0,2 7 0,9 7 0,6 8 0,10 4 0,7 8 0,6 4 0,0 3 0,0 1 0,5 2 0,-1 1 0,-1 1 0,-2-1 0,-3-1 0,-1-2 0,2 0 0,-1 0 0,-2 1 0,2-3 0,-2 0 0,1-2 0,-2-6 0,0-1 0,-1-5 0,-4-2 0,0-2 0,-2-4 0,-7-6 0,-5-2 0,-8-4 0,-7-4 0,1-3 0,-7-5 0,-1-2 0,-4-1 0,-2-1 0,-1-4 0,5 3 0,0 3 0,-2-4 0,-1 2 0,-1-1 0,1 0 0,2 5 0,2-2 0,3 6 0,3 2 0,4 6 0,1 4 0,5 7 0,4-1 0,7 6 0,9 3 0,0 5 0,7 6 0,2 1 0,1 2 0,2 2 0,2 1 0,1 2 0,-1 2 0,-1-2 0,-2 3 0,0 1 0,1 2 0,-1-2 0,0-2 0,0-2 0,1-2 0,-5-5 0,-3-3 0,-2-4 0,-4-4 0,-7-4 0,-1-8 0,-6-4 0,-8-4 0,-8-4 0,-2-6 0,-5-5 0,-1 0 0,2-5 0,-2 0 0,-2 1 0,1 0 0,4 4 0,0-3 0,-1-1 0,1 4 0,1-1 0,3 4 0,4 4 0,3 2 0,2 6 0,3 0 0,2 7 0,8 3 0,2 5 0,4 10 0,7 0 0,2 1 0,2 4 0,1 1 0,4 5 0,1 0 0,-1 0 0,-4 1 0,0 0 0,2 2 0,1 1 0,-3 1 0,0-5 0,0-1 0,-1-3 0,-1 2 0,-6-6 0,0-3 0,0-3 0,-5-5 0,-5-6 0,-8-5 0,-8-5 0,-3-3 0,-5-9 0,-5 0 0,-2-4 0,-2 0 0,2 0 0,-2 0 0,0-2 0,0-2 0,0 2 0,-2-2 0,2 3 0,1 5 0,6 3 0,5 7 0,2 0 0,6 5 0,8 12 0,6 4 0,9 9 0,8 3 0,3 4 0,1 4 0,2 1 0,1 4 0,1 2 0,-1-1 0,-3-4 0,-2 0 0,-2 0 0,1-3 0,-3-3 0,-2-4 0,-2-3 0,-2-4 0,-4-5 0,0 0 0,-8-10 0,-3-3 0,-8-4 0,-2-3 0,-6-4 0,-1-2 0,-4-1 0,-5-2 0,2-2 0,-3-1 0,0 0 0,3-1 0,-4 2 0,-1 2 0,-3 1 0,-2-2 0,8 6 0,3 3 0,6 4 0,2 4 0,6 1 0,6 5 0,2 5 0,5 6 0,6 1 0,9 8 0,4 0 0,3 2 0,2 1 0,2 0 0,2 1 0,-2-1 0,0 0 0,-1-1 0,3-1 0,-2-2 0,-6-5 0,-2-1 0,-1-3 0,-4-3 0,0-5 0,-2 1 0,-5-4 0,-3-4 0,-8 1 0,-4-5 0,-5 0 0,-3 1 0,-3-7 0,-5 1 0,0 0 0,0-1 0,-5 1 0,0-2 0,-2-2 0,-3-2 0,-1 3 0,-1-3 0,0 1 0,-1 4 0,8 1 0,4 5 0,8 4 0,9 4 0,6 4 0,9 4 0,8 5 0,13 3 0,5 5 0,2 6 0,1-1 0,-1 2 0,-1-2 0,-2-2 0,-4-4 0,3-1 0,-3-2 0,-5-2 0,0-3 0,-7-4 0,-6-4 0,-10-8 0,-7-2 0,-9-6 0,-4-2 0,-3-2 0,-3 2 0,-2-3 0,-4-1 0,-3-2 0,-2 1 0,1 1 0,0-1 0,-1 0 0,2 4 0,3-1 0,5 4 0,5 4 0,10 4 0,8 8 0,14 8 0,7 8 0,9 3 0,6 1 0,4 2 0,3 1 0,2 0 0,-2-5 0,-3 3 0,-3-6 0,-4-1 0,1-1 0,-10-9 0,0-4 0,-5-3 0,-8-2 0,-5-3 0,-6-6 0,-8-5 0,-5 1 0,-9-8 0,-2-4 0,-14-3 0,-8-8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1:53.00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24575,'0'0'0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1:57.58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24575,'0'0'0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2:07.51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24575,'0'0'0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2:08.01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2:08.4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393 197 24575,'-66'-34'0,"1"-1"0,-1 0 0,1 4 0,0 1 0,-1-1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2:10.99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148 17 24575,'-73'-9'0,"-1"1"0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2:13.43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103 327 9037,'-1'-15'0,"-2"1"0,-1 3 0,0 6 0,1-1 0,3 9 0,2 1 0,1 5 0,2 1 0,-3 2 0,4 2 0,0 2 0,1 2 0,0 0 0,-1 3 0,0 1 0,0 1 0,1 5 0,1 0 0,0 2 0,0 2 0,0 2 0,-1 7 0,-1 2 0,-1 5 0,-2-1 0,2 1 0,-1-7 0,0-5 0,-1-6 0,1-10 0,1-4 0,-1-8 0,2-3 0,2-5 0,0 0 0,-4-7 0,0-2 0</inkml:trace>
  <inkml:trace contextRef="#ctx0" brushRef="#br0" timeOffset="416">15 375 9000,'-3'-24'0,"-1"2"0,-1 2 0,2 1 0,3 3 0,3 3 0,3 2 0,4 1 0,5-2 0,4 2 0,1 0 0,-1 1 0,4 4 0,-2 0 0,2 2 0,1 1 0,-1 1 0,-1 1 0,-2 0 0,0 0 0,1 1 0,-2 2 0,-1 3 0,-2 4 0,-6 0 0,-3 5 0,-2 4 0,-4 3 0,-4 1 0,-5 7 0,-5 3 0,-2 3 0,-1 4 0,-2 1 0,-2-1 0,0-4 0,0-3 0,-3-4 0,3-2 0,1-2 0,3-6 0,6-3 0,1-4 0,5-7 0,5-2 0,6-2 0,5-1 0,4 0 0,1 0 0,1 3 0,3-1 0,3 3 0,0 1 0,-1-2 0,2 3 0,2-2 0,1 2 0,1 1 0,1 0 0,-4-1 0,0 0 0,-1-2 0,-4-1 0,0 3 0,-3-3 0,-3 0 0,1-2 0,-3-2 0</inkml:trace>
  <inkml:trace contextRef="#ctx0" brushRef="#br0" timeOffset="784">653 574 9086,'-16'0'0,"1"0"0,2 1 0,2 2 0,3 2 0,1-1 0,1 2 0,4 0 0,1 1 0,2 2 0,0 1 0,4 4 0,2 1 0,0 2 0,5 2 0,1 4 0,-1 3 0,1 3 0,3-2 0,0-3 0,0-1 0,1-4 0,1-4 0,1-1 0,-2-4 0,-1-5 0,-2-3 0,-1-4 0,-2-3 0,0-9 0,-3-5 0,-1-5 0,-2-5 0,-1-1 0,-4-7 0,0 0 0,0 0 0,0 3 0,0 4 0,-1 5 0,-2 3 0,2 7 0,-5 7 0,4 11 0,0 9 0,1 7 0,1 4 0,3 0 0,0 6 0,2 2 0,1 3 0,2-4 0,1 2 0,3-2 0,0-1 0,-1-5 0,2-3 0,2-3 0,0-2 0,1-7 0,-1-4 0,1-2 0,4 0 0,0-3 0</inkml:trace>
  <inkml:trace contextRef="#ctx0" brushRef="#br0" timeOffset="1117">1196 598 8931,'-16'-5'0,"1"-1"0,1 0 0,-1-1 0,0-2 0,-1-1 0,1 0 0,1-1 0,-1 4 0,2 1 0,2 0 0,2 5 0,2-1 0,1 4 0,1 3 0,3 6 1,-1 2-1,2 3 3,1 3 1,1 2-1,2 5 1,2 2-3,2 3 0,5 0 1,1 5-1,3 0-1,3-3 0,2-3 0,5-5 0,1-3 0,2-6 0,-4-5 0,2-6 0,-1-3 0,0-4 0,-5-6 0,1-6 0,-5-4 0,-1-6 0,0-4 0,0-7 0,0-2 0</inkml:trace>
  <inkml:trace contextRef="#ctx0" brushRef="#br0" timeOffset="1434">1411 199 8951,'-13'-11'0,"0"3"0,-1 4 0,2 3 0,0 3 0,4 3 0,1 5 0,2 2 0,-1 6 0,3 2 0,1 4 0,-2 6 0,3 6 0,-2 7 0,3 6 0,0 5 0,3-1 0,2-1 0,2-3 0,1-5 0,0-3 0,1-5 0,2-4 0,2-5 0,0-10 0,-1-6 0,0-7 0,1-3 0,-1-5 0,2-4 0,-1-6 0,-2-3 0,1-7 0,-2-5 0,1-3 0,2-3 0,-4 1 0,3-2 0,-1 1 0,-1 1 0,2-2 0,-2-1 0,3 2 0,-1 3 0,0 4 0,-4 8 0,0 5 0,0 6 0,-1 6 0,-2 5 0,-2 4 0,-2 4 0,-1 3 0,0 3 0,2 0 0,1-1 0,0-2 0,-7 2 0,0-3 0</inkml:trace>
  <inkml:trace contextRef="#ctx0" brushRef="#br0" timeOffset="1601">1587 470 8951,'-8'8'0,"0"0"0,1 1 0,1 2 0,0-2 0,4 4 0,0-1 0,1 1 0,4 1 0,3 4 0,2 1 0,2 2 0,0 1 0,3 3 0,2 3 0,0 0 0,1-1 0,0 0 0,2-3 0,1-6 0,3-3 0,-1-7 0,3-4 0,3-2 0,-2-2 0,2-3 0,-3-2 0</inkml:trace>
  <inkml:trace contextRef="#ctx0" brushRef="#br0" timeOffset="2101">1890 813 8928,'-12'4'0,"0"1"0,-1 2 0,0 1 0,2 0 0,1 0 0,1 0 0,2-3 0,2 1 0,2 0 0,3-2 0,4-2 0,4-1 0,3-1 0,6 0 0,2 0 0,2 0 0,2-3 0,2 0 0,0-2 0,2-1 0,3-1 0,-1-1 0,2 0 0,1 0 0,-1-3 0,-1-3 0,-3-1 0,0-1 0,-6 4 0,-3 1 0,-6 2 0,-6 2 0,-4-1 0,-7 3 0,-6 2 0,-7 0 0,-4-1 0,-4 0 0,-3-2 0,-3-3 0,-1-4 0,-2-4 0,1-5 0,-1-1 0,1-7 0,4 0 0,5-1 0,7 4 0,6 3 0,5 5 0,3 5 0,5 6 0,7 5 0,6 2 0,3 1 0,4 3 0,4 1 0,1 0 0,3 2 0,3 1 0,3 1 0,2 1 0,2 2 0,1-2 0,0 6 0,0-3 0</inkml:trace>
  <inkml:trace contextRef="#ctx0" brushRef="#br0" timeOffset="3300">2376 678 8928,'-15'11'0,"2"3"0,2-3 0,3 1 0,0-3 0,0-1 0,3-2 0,2-6 0,3-3 0,1-3 0,1-4 0,5-2 0,5-4 0,1 0 0,4 0 0,0-3 0,4 0 0,1-1 0,1 1 0,1-6 0,-1 1 0,-1-2 0,0-1 0,-6-4 0,0-5 0,-5 2 0,-5 1 0,-4 4 0,-7 9 0,-7 7 0,-5 7 0,-3 6 0,-4 8 0,0 9 0,0 7 0,1 8 0,1 5 0,3 2 0,2 1 0,2-1 0,8-2 0,-1-2 0,3-2 0,2-2 0,4-2 0,5-3 0,4-4 0,5-1 0,4-4 0,2-4 0,2-3 0,4-5 0,-1-8 0,0-5 0,-1-5 0,-1-6 0,-1-4 0,-2-4 0,-2-1 0,-2 6 0,-1 0 0,-1 3 0,-2 3 0,-1 5 0,-5 9 0,1 7 0,-3 4 0,-2 3 0,-3 2 0,0 1 0,1 2 0,2 0 0,2 2 0,0 2 0,0-1 0,1-1 0,1 1 0,-1-2 0,-1-3 0,1-1 0,1-4 0,1-4 0,0-4 0,0-3 0,0-4 0,-2-6 0,-2-9 0,-1-5 0,-1-2 0,-1-2 0,-1-3 0,0 0 0,0 0 0,-6-1 0,-3-2 0,-2-5 0,0-5 0,-2 2 0,2 2 0,2 7 0,3 7 0,2 8 0,4 11 0,1 9 0,2 14 0,2 3 0,2 6 0,4 0 0,0 3 0,2-1 0,1-2 0,1 1 0,1-7 0,0-3 0,0-4 0,0-3 0,1-2 0,0-6 0,-1-4 0,1-6 0,-3-8 0,1-5 0,1-6 0,-4 0 0,-1-7 0,-2 2 0,-1-1 0,-4 1 0,-1 2 0,-3 1 0,0 2 0,-3 5 0,-1 6 0,-2 4 0,1 3 0,3 7 0,-1 5 0,3 6 0,0 5 0,0 8 0,0 3 0,0 3 0,0 3 0,2 1 0,2 4 0,0 4 0,2 1 0,1 3 0,1 1 0,1-2 0,2 0 0,-1-2 0,3-1 0,1-2 0,1-4 0,0-1 0,0-8 0,-3-3 0,-1-4 0,-1-4 0,-4-5 0,0-1 0,-5-6 0,-2-6 0,-5-1 0,-4-1 0,-4-3 0,-1-2 0,-1 0 0,-3 0 0,-2 0 0,3 1 0,2 3 0,2 3 0,1 4 0,0 0 0,2 1 0,6 2 0,3 1 0,4 3 0,3 3 0,7-1 0,4-1 0,4-1 0,3-3 0,1 1 0,1-3 0,2-3 0,-2-1 0,1-5 0,-1-2 0,-1-2 0,-1-1 0,-3-1 0,-3 2 0,-3-1 0,-4 3 0,1 2 0,-2 3 0,-5 5 0,-1 1 0,-2 5 0,-1 3 0,0 1 0,0 2 0,3-1 0,-1-2 0,3-2 0,2-1 0,3 2 0,-1-4 0,2-1 0,1-4 0,1-3 0,5-5 0,1-2 0,-2-3 0,0-1 0,-1-5 0,0 1 0,-1-2 0,-2-3 0,-4-4 0,-4 2 0,-3-1 0,-3-2 0,0 4 0,-6 5 0,-3 7 0,-2 7 0,-2 12 0,-4 9 0,-3 9 0,1 8 0,-1 2 0,4 3 0,-2-1 0,1-1 0,2 2 0,3-2 0,3 0 0,4-1 0,3-2 0,4 0 0,4-2 0,3-2 0,8 1 0,1-10 0,2-3 0,3-4 0,5-3 0,2-3 0,2-2 0,1-2 0,0-8 0,1-4 0,-1-3 0,0-2 0,2 0 0,-5 0 0,2 0 0,1 0 0,4-3 0,-4 2 0,4-3 0</inkml:trace>
  <inkml:trace contextRef="#ctx0" brushRef="#br0" timeOffset="3846">4419 263 8974,'3'-13'0,"-2"-2"0,4 6 0,1-4 0,5 1 0,7-1 0,6-1 0,6-2 0,6-2 0,4-2 0,4-2 0,-3 2 0,-3 0 0,-8 2 0,-1 2 0,-7 4 0,-6 4 0,-5 5 0,-5 6 0,-4 6 0,-1 6 0,-4 8 0,-3 7 0,-3 4 0,-2 3 0,-6 1 0,1 1 0,-1 1 0,-3 4 0,2 2 0,-2 5 0,0 2 0,3 2 0,1 0 0,3-2 0,5-3 0,5-4 0,3-3 0,2-5 0,5-4 0,2-4 0,4-5 0,2-12 0,-1-5 0,-1-5 0,-3-3 0,1-3 0,-3-5 0,-3-5 0,-2-5 0,-6-4 0,-8-4 0,-6-3 0</inkml:trace>
  <inkml:trace contextRef="#ctx0" brushRef="#br0" timeOffset="4464">4610 686 8974,'-35'-28'0,"-2"3"0,5 5 0,6 7 0,6 4 0,6 4 0,3 2 0,7 2 0,5 2 0,6 2 0,5 5 0,4 0 0,3 3 0,3-3 0,4-3 0,2 1 0,4-3 0,0-1 0,0-1 0,0-1 0,0 0 0,0-1 0,-1-2 0,1 0 0,-1-3 0,-2 0 0,-5 0 0,-4 0 0,-4 0 0,0 4 0,-7 2 0,-5 2 0,-4 4 0,-2 1 0,-5 4 0,3-1 0,-1 0 0,-1-1 0,5-1 0,-2 0 0,2 0 0,2-5 0,2-3 0,2-5 0,2-5 0,4-3 0,2-6 0,0-2 0,0-2 0,0-8 0,0-5 0,-2-3 0,-2-4 0,-4 2 0,-1 7 0,-1 6 0,-4 8 0,-2 6 0,-6 10 0,-1 9 0,-1 10 0,-4 9 0,0 14 0,-2 4 0,-1 4 0,1-1 0,1-1 0,1-2 0,2-3 0,-1 1 0,6 2 0,4-2 0,2-2 0,4-8 0,3-1 0,7-5 0,5-5 0,0-5 0,5-9 0,0-3 0,1-4 0,0-6 0,-1-8 0,-2-3 0,0-4 0,-1-3 0,-3-6 0,1 1 0,-1 2 0,-1 2 0,-6 7 0,0 4 0,-2 5 0,-4 7 0,-1 6 0,-1 5 0,-1 9 0,0 1 0,0 1 0,0 2 0,0 1 0,0-1 0,1-1 0,2 1 0,0-2 0,4-3 0,-2-1 0,1-4 0,-1-1 0,0-2 0,1-2 0,1-2 0,-2-3 0,0-3 0,-2-5 0,-1-5 0,2-5 0,-2-5 0,0-2 0,-1-5 0,-1-4 0,0-3 0,-1-2 0,-1-1 0,-3-7 0,-3-4 0,0-3 0,0-2 0,3 9 0,0 9 0,2 13 0,1 17 0,4 17 0,2 14 0,3 9 0,0 7 0,4 3 0,1 0 0,1-3 0,2-1 0,1-6 0,0-4 0,0-2 0,2-6 0,2-1 0,0-2 0,2-1 0,2 0 0</inkml:trace>
  <inkml:trace contextRef="#ctx0" brushRef="#br0" timeOffset="5131">5727 614 8974,'-12'-13'-1,"3"-2"0,-2 2 0,0-2 0,1-1 0,-1 0 0,0 0 0,1 0 0,-5 1 1,2 2-1,-1 3 1,1 4 0,-2 3 0,4 6 0,-1 4 0,1 5 0,0 5 0,3 7 0,0 0 0,0 0 0,3 4 0,1 1 0,0 1 0,2-1 0,2 2 0,3-2 0,2 2 0,2 1 0,4-7 0,1-4 0,3-7 0,5-6 0,2-5 0,2-7 0,-1-8 0,-2-8 0,-1-7 0,-4-5 0,-1-3 0,-2-2 0,-2-1 0,-6 0 0,-2 0 0,-2 0 0,-8-4 0,-1-3 0,-3 3 0,-1 5 0,-1 12 0,3 13 0,0 10 0,1 10 0,2 12 0,2 14 0,2 9 0,2 6 0,1 0 0,0 5 0,1 0 0,2 1 0,1 3 0,4 1 0,1 1 0,1-1 0,2-4 0,1-3 0,-1-2 0,-1 1 0,-2-4 0,2-4 0,-3-5 0,-3-7 0,1-5 0,-3-4 0,-1-1 0,-1 1 0,-5-2 0,-2-1 0,-4-3 0,-3-3 0,-6-5 0,-3-7 0,-4-7 0,-3-7 0,-3-10 0,-2-10 0,-1-6 0,-1-5 0,6-3 0,1 0 0,7 2 0,6 2 0,6 6 0,6 3 0,2 5 0,6 5 0,7 8 0,10 7 0,3 4 0,3 1 0,1-5 0,4 0 0</inkml:trace>
  <inkml:trace contextRef="#ctx0" brushRef="#br0" timeOffset="5569">5942 742 9000,'-11'0'0,"2"4"0,-2 4 0,3 4 0,3 3 0,-1 0 0,3 0 0,1-3 0,1 0 0,1-2 0,1-3 0,2-1 0,2-4 0,2-3 0,2-4 0,2-7 0,2-8 0,1-5 0,0-7 0,0 0 0,0-3 0,-2 1 0,1-5 0,-3 1 0,-3 3 0,0 3 0,-4 5 0,-1 7 0,-1 5 0,-2 10 0,-2 10 0,-3 12 0,-4 9 0,1 7 0,-4 8 0,2 1 0,1 4 0,1 0 0,2 0 0,2-1 0,2 1 0,2-7 0,2-4 0,2-8 0,5-5 0,4-3 0,4-6 0,0-3 0,0-4 0,1-2 0,1-5 0,4-3-1,1-4 1,-2-1 0,0-4-1,1-1 0,1-1 0,0-2 1,0-1-1,1-1 0,1-2 1,1-3 0,0-6 0,1-2-2,1-2 1,-2 6 0,1 1 0,-3 7-1,-3 6 1,1 6 0,-3 7-1,-2 4 1,-3 8 1,-3 6-1,-3 9 1,0 3-1,0 2 1,0 1 0,-1 0 0,-1-1-1,0-2 1,-1-5 0,3-6 0,0-4-2,0-3 1,0-2-1,1-2 2,1-2 0,-1-1 0,3-4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2:20.948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64 160 9015,'-7'5'0,"-1"0"0,0 0 0,0 0 0,0-2 0,3-3 0,3-3 0,1-2 0,1-5 0,0-2 0,0 0 0,0-1 0,1-2 0,0 0 0,2 2 0,3 1 0,-1-2 0,0 3 0,0-1 0,-2 6 0,2-1 0,1 3 0,-1 1 0,-1 4 0,0 2 0,-2 5 0,-2 5 0,0 5 0,-3 4 0,-2 1 0,-2 1 0,-1 0 0,0 0 0,0 0 0,0-5 0,2-3 0,1-5 0,1-6 0,-2-7 0,4-8 0,1-7 0,2-6 0,1-3 0,4-1 0,1 2 0,1 1 0,0 2 0,0 4 0,0 1 0,-1 5 0,-1 2 0,-1 4 0,1 3 0,-1 2 0,-1 2 0,0 2 0,-2 2 0,-2 6 0,0 1 0,0 1 0,0 1 0,0-4 0,0 3 0,0-2 0,4 0 0,0-3 0</inkml:trace>
  <inkml:trace contextRef="#ctx0" brushRef="#br0" timeOffset="365">216 136 9027,'-8'8'0,"0"-3"0,0 0 0,0 2 0,0-4 0,4 0 0,1-6 0,2-2 0,2-2 0,1-2 0,1-1 0,2-1 0,0-2 0,3 2 0,-1-2 0,-1-1 0,1 2 0,-2 2 0,2 1 0,1 1 0,0 0 0,-1 0 0,-1 1 0,0 2 0,-2 2 0,1 6 0,-1 4 0,-4 4 0,0 2 0,0 1 0,-3 1 0,0 0 0,-1-1 0,1-1 0,-3-3 0,3 1 0,-1-2 0,1-1 0,-1-4 0,1-1 0,3-2 0,-4-8 0,4-2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3:24.577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117 212 9033,'0'-17'0,"-3"2"0,-1-3 0,-2 2 0,2 3 0,2 3 0,1 3 0,1 4 0,0 3 0,0 6 0,1 7 0,0 6 0,2 4 0,1 2 0,1 1 0,-1 4 0,1 1 0,0 1 0,1 4 0,2 4 0,0 2 0,1 3 0,3 1 0,-2 4 0,0 1 0,2 4 0,1 2 0,-1-4 0,-1-3 0,1-4 0,1-4 0,-2-4 0,-2-3 0,-1-2 0,-4-7 0,1 1 0,0-4 0,-2-5 0,3-5 0,-4-6 0,0-3 0,-5-2 0,-1-1 0,-3-2 0,-2-1 0,-2-2 0,-3-3 0</inkml:trace>
  <inkml:trace contextRef="#ctx0" brushRef="#br0" timeOffset="663">49 424 9042,'-8'-23'0,"0"-3"0,-1 0 0,0-1 0,2 1 0,3 1 0,2-1 0,1 0 0,2-2 0,1 1 0,2-1 0,6 4 0,2 1 0,2 2 0,2 3 0,3 2 0,0 5 0,0 2 0,2 1 0,0 4 0,1 3 0,2 3 0,0 5 0,-1 6 0,-1 5 0,-1 3 0,-3 1 0,1 6 0,-6 4 0,-2 1 0,-3 2 0,-3-3 0,-1 0 0,-1 1 0,-2 3 0,-1 0 0,-2 3 0,-3 3 0,-4 0 0,-1-1 0,-2-6 0,1-9 0,-1-5 0,1-8 0,-1-6 0,1-2 0,0-2 0,1-4 0,2-6 0,0-2 0,2-1 0,4-1 0,1-1 0,2 1 0,4 1 0,5-1 0,2 2 0,4 1 0,2 3 0,3 2 0,2 3 0,2 0 0,0 0 0,1 3 0,0 4 0,-1 4 0,-2 2 0,0 1 0,-2 3 0,-1 3 0,-2 2 0,-4 2 0,-4-1 0,-1 2 0,-3 1 0,-4 0 0,0-3 0,-1-1 0,-1-2 0,-4-4 0,-2 1 0,-3-1 0,-2 0 0,0 0 0,-3-2 0,0 2 0,-2 3 0,-2 0 0,-2 2 0,-1 0 0,0-1 0,1 0 0,-1-2 0,-2-3 0,1-2 0,1-7 0,3-4 0,2-4 0,0-5 0,6-2 0,3-3 0,4 0 0,2 0 0,4-1 0,3-2 0,4 0 0,4-1 0,3-2 0,1 2 0,2 1 0,-1-3 0,4 1 0</inkml:trace>
  <inkml:trace contextRef="#ctx0" brushRef="#br0" timeOffset="913">728 774 9032,'-11'14'0,"2"-1"0,1 1 0,2-1 0,2-1 0,1 0 0,3-1 0,3 3 0,1 0 0,2-1 0,1 4 0,0 1 0,1 2 0,1 1 0,-2-1 0,3 1 0,-1-1 0,1-2 0,-1-4 0,0-5 0,0-2 0,-1-3 0,-1-5 0,-2-5 0,1-10 0,-2-6 0</inkml:trace>
  <inkml:trace contextRef="#ctx0" brushRef="#br0" timeOffset="1099">659 321 9032,'-7'-13'0,"-1"0"0,1 1 0,-1 5 0,8 10 0,0 7 0,3 3 0,4 6 0,0 0 0,2 9 0,0 2 0,2 3 0,-2 1 0,3 0 0,0-2 0,1-2 0,3-1 0,0-2 0,0-5 0,1-4 0,-3-4 0,3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3:31.307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19 381 9060,'-7'-4'0,"0"1"0,3 4 0,3 2 0,4 4 0,5 6 0,2 5 0,1 5 0,4 5 0,2 3 0,3 3 0,2 0 0,5-1 0,1-3 0,0-2 0,0-8 0,-3 0 0,-2-2 0,-2-3 0,-3-5 0,-2-3 0,-3-4 0,-1-2 0,-2-5 0,-4-2 0,-2-4 0,-1-3 0,-3-2 0,0-5 0,0-2 0,-3-1 0,0-4 0,-5-6 0,-1-3 0,-3-6 0,-1-3 0,-1-3 0,-1 0 0,-1 3 0,0 4 0,6 6 0,3 7 0,4 8 0,2 12 0,2 6 0,1 9 0,3 9 0,4 4 0,2 8 0,3-1 0,2 0 0,-1-1 0,1-2 0,-2 0 0,6 1 0,1 0 0</inkml:trace>
  <inkml:trace contextRef="#ctx0" brushRef="#br0" timeOffset="537">554 456 9060,'-7'-7'0,"-3"0"0,-1-2 0,0-2 0,-1 0 0,1-1 0,-4 2 0,-1 0 0,-2 0 0,1 4 0,1 5 0,3 3 0,1 5 0,2 4 0,4 8 0,2 4 0,1 5 0,3 1 0,0 3 0,3-1 0,4 0 0,3-5 0,5-1 0,1-4 0,2-2 0,2-2 0,3-4 0,-1 0 0,1-1 0,-2-5 0,-1-3 0,-1-2 0,-1-2 0,-4-4 0,1-6 0,-4-4 0,-1-3 0,-4-3 0,-3-2 0,-3 0 0,0-4 0,0 0 0,-3-2 0,-4-2 0,-4-2 0,-2-1 0,-1 2 0,1 3 0,-1 5 0,1 8 0,2 4 0,1 6 0,3 8 0,3 5 0,3 11 0,2 6 0,4 6 0,1 2 0,4 2 0,1-2 0,2-1 0,1-1 0,-1-5 0,2-1 0,1-5 0,-1-2 0,3-5 0,-1-2 0,1-2 0,-1-4 0,2-3 0,-1-3 0,-1-3 0,-1-2 0,-3-7 0,-2-3 0,-2 0 0,-2-3 0,-2-4 0,-1-2 0,-1-2 0,2 0 0,-2-1 0,1 1 0,1 2 0,-1 3 0,0 7 0,2 6 0,0 5 0,1 8 0,-1 5 0,2 7 0,1 5 0,-1 4 0,2 1 0,-1 0 0,0-1 0,3-3 0,-1 1 0,0-4 0,1-3 0,-3-2 0,2-1 0,2-1 0,2 0 0,0-4 0,2 2 0</inkml:trace>
  <inkml:trace contextRef="#ctx0" brushRef="#br0" timeOffset="1116">1589 59 9179,'-4'-10'0,"-2"-1"0,-2 0 0,-1 2 0,2 2 0,3 0 0,-1 4 0,2 3 0,-1 3 0,2 7 0,0 4 0,0 4 0,0 1 0,1 11 0,-1 4 0,2 5 0,2 2 0,1 4 0,3 0 0,1 3 0,1 3 0,3-3 0,0 3 0,3-4 0,2-4 0,-1-2 0,3-9 0,1-3 0,1-6 0,1-4 0,-1-7 0,1 0 0,-1-3 0,0-4 0,-1-4 0,-3-2 0,1-9 0,1-5 0</inkml:trace>
  <inkml:trace contextRef="#ctx0" brushRef="#br0" timeOffset="1467">1904 600 9166,'-9'7'0,"-1"0"0,-2 0 0,3 0 0,1 0 0,4-3 0,-1 1 0,5-4 0,0 0 0,3-4 0,3-4 0,2-5 0,1-3 0,3-4 0,1-7 0,3-5 0,0-3 0,-1-1 0,2-2 0,-1-1 0,-2-1-1,-2-3 1,-2 4 0,-4 0 0,-1 5-4,-3 6 1,-2 6-1,-2 9 1,-4 6 0,-2 10 0,-3 8 0,-3 13 1,-1 5 1,-1 3 1,-3 1 0,3 0 0,0-2 0,0 0 0,1 1 0,0 3 0,3 0 0,3-3 0,4 1 0,3-4 0,2-2 0,2-2 0,3-7 0,6-5 0,4-4 0,1-2 0,3-2 0,4-2 0,2-1 0,-1-3 0,3 0 0,-2-3 0,1-2 0,2-3 0,-4-3 0,0-3 0,-4 1 0</inkml:trace>
  <inkml:trace contextRef="#ctx0" brushRef="#br0" timeOffset="1819">2186 552 9139,'-14'13'0,"1"-1"0,1 0 0,3 0 0,4-4 0,1-2 0,1 1 0,2-1 0,1-3 0,2 0 0,2-3 0,3-3 0,2-2 0,0-3 0,2-4 0,-1-6 0,1-4 0,1-4 0,1-1 0,1-6 0,-1-1 0,1 2 0,-3 0 0,-2-2 0,-2 1-1,-3-3 1,-1 4 0,-3 4 0,-3 5-1,-4 10 0,-1 6 0,-3 11 0,-1 6 1,-1 7 0,-1 7 0,0 5 0,0 3 0,1 2 0,0 0 0,1 1 0,3 1 0,2 1 0,0-1 0,1-2 0,2-3 0,4-4 0,3-5 0,4-6 0,3-3 0,1-1 0,4-3 0,2-4 0,0-3 0,0-1 0,2-4 0,0-2 0,2-2 0,-1-2 0,-2-2 0,1-2 0,-1-2 0,-2-1 0,0 4 0,-2-2 0,0 2 0,0-2 0</inkml:trace>
  <inkml:trace contextRef="#ctx0" brushRef="#br0" timeOffset="2055">2453 539 9129,'0'6'0,"0"1"0,0 0 0,2 2 0,1 1 0,-2 0 0,0 1 0,-1-1 0,0 0 0,0-2 0,2 2 0,0-1 0,0-1 0,-1 0 0,1-3 0,1-2 0,1 0 0,-2-1 0,2-5 0,-1-4 0,-1-3 0,-2-4 0,0-2 0,0-3 0,0-6 0,0-4 0,-3-4 0,-1-4 0,0-2 0,-1-2 0,1 2 0,0 3 0,1 1 0,4 5 0,1 4 0,2 5 0,3 11 0,2 4 0,3 6 0,1 7 0,3 6 0,1 6 0,-1 0 0,1-1 0,-1 2 0,-2-6 0,0 3 0</inkml:trace>
  <inkml:trace contextRef="#ctx0" brushRef="#br0" timeOffset="2633">2700 497 9053,'-2'12'0,"-1"-1"0,-1-2 0,1 2-4,2-1 1,1-4 0,2-4 1,2-5 0,3-4 0,0-4 1,0-4 0,-1-3 0,1-2 0,0-2 0,0-1 1,-1 1 0,-1-3 0,-1-1 0,-1-3 0,0-3 0,-3-3 0,0 0 0,0 1 0,-3 4 0,-2 9 0,-1 5 0,-1 7 0,1 14 0,1 11 0,0 9 0,0 6 0,-1 1 0,-1 4 0,3-1 0,2-3 0,-1 2 0,0-1 0,2 1 0,0-1 0,1-3 0,1-1 0,1-2 0,3-2 0,1-7 0,3-2 0,0-5 0,-1-3 0,2-5 0,-1 0 0,0-3 0,-2 0 0,0-3 0,0-1 0,0-2 0,0-1 0,0-2 0,-1 0 0,-1 0 0,0 2 0,-1 0 0,3 0 0,1 1 0,1 1 0,-1 2 0,1 2 0,1 0 0,-1-1 0,3-1 0,-1 3 0,0 0 0,0 0 0,-1 0 0,1 0 0,0 0 0,0 0 0,1 3 0,-2 0 0,0 0 0,0 3 0,-1-2 0,-2 0 0,0 1 0,0 2 0,0-1 0,-1 1 0,-2 0 0,0-3 0,-2-2 0,-1-3 0,1-3 0,-1-6 0,-1-5 0,0-5 0,-1-7 0,0-5 0,-1-7 0,-4-5 0,2-6 0,0-3 0,-1-4 0,4 2 0,-1 4 0,5 12 0,3 14 0,2 10 0,4 8 0,2 6 0,1 4 0,1 5 0,-2 7 0,0 0 0,2 1 0,0 0 0,1-2 0,-3-2-1,-1 0 1,0 0-1,0-2 1,1 1 0,0 0 0,0 3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3:30.277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75 35 9068,'-3'-11'0,"-2"2"0,-1 2 0,-1 2 0,1 3 0,-1 1 0,0 1 0,1 6 0,0 1 0,2 2 0,-1 1 0,1 3 0,2-2 0,1 2 0,-2 1 0,3 0 0,-3 1 0,3 2 0,3 1 0,-2 1 0,4 7 0,2 5 0,2 6 0,3 3 0,-1 6 0,2 1 0,1 2 0,0 8 0,-1 1 0,1-2 0,0-4 0,0-8 0,0-5 0,2-7 0,2-6 0,1-5 0,0-6 0,0-6 0,-1 1 0,3-7 0</inkml:trace>
  <inkml:trace contextRef="#ctx0" brushRef="#br0" timeOffset="450">384 645 9056,'-7'-4'0,"0"-2"0,-6 2 0,1-1 0,3-2 0,-1-2 0,1-7 0,1-2 0,0-2 0,-1-3 0,0 1 0,1 2 0,0 3 0,1 4 0,0 2 0,1 5 0,2 5 0,1 6 0,2 6 0,-1 6 0,0 4 0,0 7 0,2 6 0,0 2 0,3-1 0,-2 2 0,4-3 0,1-2 0,2-3 0,1-4 0,3 0 0,2-1 0,1-2 0,2-2 0,-2-8 0,1-3 0,-1-4 0,2-4 0,-1-4 0,-2-6 0,-1-6 0,-1-5 0,-3-9 0,-1 0 0,0-3 0,-4-3 0,0-1 0,-1-4 0,-1-3 0,-2-5 0,-3-3 0,-4-2 0,-4 1 0,-5-1 0,-2-3 0,-2 1 0,0 0 0,2 11 0,3 13 0,3 10 0,2 9 0,6 6 0,2 12 0,1 5 0,1 6 0,3 4 0,1 5 0,3 5 0,2 4 0,0 5 0,3-2 0,2 0 0,1-1 0,2 0 0,-1-1 0,2-2 0,2-1 0,3-5 0,3 0 0,3-3 0,0-4 0,3-3 0,-4-9 0,-2-2 0,0-4 0,2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3:35.55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184 275 9141,'-4'-14'0,"-2"0"0,-3 1 0,2-1 0,1 0 0,2 1 0,1-1 0,-2 0 0,3 1 0,0 2 0,2 2 0,0 4 0,3 13 0,1 9 0,2 5 0,-1 3 0,-1 4 0,2 0 0,0 3 0,1 5 0,2 2 0,0 4 0,-1 3 0,0 1 0,0 1 0,0 0 0,1 0 0,3 2 0,-3-2 0,1-6 0,0-6 0,2-7 0,-1-11 0,0-3-1,-2-5 0,-1-5 1,-2-7 0,1-3 0,-3-4 0,-1-2 0</inkml:trace>
  <inkml:trace contextRef="#ctx0" brushRef="#br0" timeOffset="217">94 282 9143,'-13'-18'0,"2"1"0,3 1 0,2 0 0,4-2 0,7 0 0,5-3 0,2 1 0,7-3 0,3 0 0,4 2 0,4 2 0,1 3 0,1 4 0,0 3 0,2 1 0,0 5 0,-2 0 0,-4 3 0,-2 0 0,-2 0 0,-3 3 0,-2 4 0,-3 4 0,-3 5 0,-7 3 0,-2 3 0,-1 3 0,-3 2 0,-6 3 0,-1 2 0</inkml:trace>
  <inkml:trace contextRef="#ctx0" brushRef="#br0" timeOffset="418">88 529 9143,'-21'3'0,"1"3"0,3-4 0,3-1 0,4 0 0,5-2 0,5-1 0,4-2 0,2-2 0,7-1 0,2 0 0,2 0 0,4 0 0,4 0 0,2 0 0,3 1 0,1 2 0,4 1 0,-1 0 0,0 1 0,1 0 0,-1 2 0,0 0 0,0 0 0,1 0 0,-1 3 0,0 1 0</inkml:trace>
  <inkml:trace contextRef="#ctx0" brushRef="#br0" timeOffset="654">643 295 9127,'-14'-13'0,"1"-2"0,1 0 0,1-1 0,2-3 0,1 2 0,3 1 0,2 2 0,0 9 0,1 3 0,-3 10 0,2 9 0,0 5 0,0 5 0,-1 4 0,1 4 0,-1 2 0,-1 4 0,1 4 0,1 3 0,1 0 0,0 0 0,0 0 0,2 0 0,0-1 0,3-1 0,0-4 0,5-8 0,1-8 0,3-5 0,1-7 0,1-6 0,1-3 0,1-2 0,3-3 0,0-3 0,0-6 0,2-6 0</inkml:trace>
  <inkml:trace contextRef="#ctx0" brushRef="#br0" timeOffset="987">856 631 9101,'-14'-3'-1,"1"-4"1,1 2 0,1-2 0,1-3 0,-1-2 0,1 1 0,-1-2 0,-1-1 0,0 0 0,0 1 0,0 2 0,0 2 0,2 4 0,1 4 0,1 3 0,1 5 0,1 6 0,2 6 0,1 2 0,3 2 0,0 5 0,0 0 0,2 2 0,0 1 0,6 1 0,0-3 0,1-2 0,4-1 0,0-5 0,1-2 0,1-6 0,1-5 0,3-3 0,-3-5 0,-1-1 0,-1-4 0,-2-6 0,-2-7 0,0-3 0,-1-4 0,-2-3 0,-2-7 0,-1 2 0,-1 1 0,-1 1 0,-2 5 0,0 3 0,0 5 0,0 10 0,0 6 0,0 10 0,0 8 0,0 4-1,0 3 1,2-1 0,1 3 0,1 0-3,1-1 1,2 0 2,2-3 0,-1-1 0,2 1 0</inkml:trace>
  <inkml:trace contextRef="#ctx0" brushRef="#br0" timeOffset="1386">1068 851 9032,'-17'3'0,"1"1"0,2 2 0,2-2 0,6-1 0,6-3 0,6 0 0,4 0 0,0 0 0,2 0 0,4 0 0,2 0 0,0 0 0,2-2 0,0-1 0,1 0 0,-1 0 0,1-2 0,-4 1 0,2-1 0,2 1 0,-5-1 0,2-2 0,-3 0 0,-1 1 0,-1-1 0,-2 0 0,-1 0 0,-3 0 0,-3 0 0,-2 0 0,-1-2 0,-1 0 0,-1-1 0,-2 2 0,-3-2 0,-2-1 0,-4-1 0,0-3 0,-2-2 0,-2 0 0,1-2 0,-2-1 0,-2-2 0,0-1 0,3 2 0,-3-2 0,5 3 0,2 1 0,5 3 0,2 5 0,10 4 0,2 6 0,4 3 0,3 5 0,2 0 0,2 2 0,0-2 0,1-3 0,2 2 0,3-1 0,1 0 0,1 0 0,2 1 0,3-2 0</inkml:trace>
  <inkml:trace contextRef="#ctx0" brushRef="#br0" timeOffset="1721">1603 638 8980,'-7'-7'0,"0"1"0,0-2 0,1-1 0,2 1 0,1-1 0,3 1 0,0 2 0,-3-1 0,0 0 0,0 0 0,-3 0 0,0 3 0,-1 0 0,0 1 0,-2 1 0,0 3 0,-2 3 0,-1 3 0,-1 3 0,-1 2 0,1 4 0,1 0 0,3 2 0,2 0 0,3 3 0,2 0 0,1 2 0,2 1 0,2 1 0,4-2 0,3-2 0,4-1 0,2-2 0,2-3 0,2-3 0,3-2 0,0-6 0,0-2 0,0-1 0,-1-1 0,0-1 0,0-1 0,1-2 0,-1-3 0,1-2 0,-2 0 0,-4-6 0,0 1 0</inkml:trace>
  <inkml:trace contextRef="#ctx0" brushRef="#br0" timeOffset="2220">1761 247 8900,'-12'0'0,"2"0"0,0 0 0,2 1 0,3 2 0,2 4 0,6 4 0,2 5 0,3 3 0,1 3 0,3 5 0,-1 6 0,2 3 0,1 3 0,0-3 0,-1-2 0,-1-6 0,-1-4 0,1-6 0,1-3 0,-1-3 0,-1-6 0,-2-2 0,0-5 0,-1-1 0,-2-2 0,-2-6 0,-1-1 0,-3-2 0,0-1 0,0 1 0,0-1 0</inkml:trace>
  <inkml:trace contextRef="#ctx0" brushRef="#br0" timeOffset="3202">1802 234 8946,'-3'-4'0,"1"-1"0,-2 1 0,1 1 0,2 2 0,3 2 0,3 5 0,1 4 0,1 6 0,0 3 0,2 4 0,-1 6 0,2 7 0,-1 4 0,0 4 0,3-1 0,-2-2 0,0-4 0,2-2 0,1-3 0,1-1 0,0-4 0,0-5 0,2-4 0,0-7 0,0-2 0,0-1 0,-2-4 0,1-2 0,-4-2 0,-1-2 0,0-3 0,-2-4 0,1-3 0,0 0 0,-2-6 0,0-2 0,0-3 0,0-1 0,0 2 0,0-1 0,-1 2 0,1 0 0,0 3 0,-1 1 0,0 3 0,-2 3 0,-2 6 0,2 6 0,-1 5 0,0 5 0,-3 5 0,2 2 0,0 2 0,3 1 0,-2 1 0,1-1 0,1-1 0,1-4 0,1 0 0,0-3 0,3-1 0,0-3 0,4-4 0,-1-3 0,-2-1 0,2-1 0,-1 0 0,0 0 0,-1 0 0,-1 0 0,-3 0 0,-1 3 0,-1 1 0,0 2 0,-2 1 0,0 0 0,0 0 0,2 0 0,-2-1 0,1-2 0,1-1 0,1-2 0,1-3 0,0-3 0,0 0 0,0-7 0,-1-2 0,1-1 0,1-6 0,0 0 0,1 0 0,0-1 0,-2 0 0,0-2 0,-1-1 0,-1-3 0,0 0 0,-2-1 0,-2 4 0,0 4 0,-2 7 0,-1 6 0,-3 5 0,-1 7 0,-4 8 0,-1 13 0,-2 3 0,-1 2 0,1 0 0,1 1 0,1 1 0,1-1 0,-1-1 0,3 4 0,2 0 0,2-1 0,4 0 0,4-4 0,2-1 0,5-2 0,5-7 0,2-1 0,2-4 0,1-2 0,2-5 0,2-5 0,1-2 0,0-2 0,-1-4 0,-2-4 0,-1-1 0,0-1 0,-2-1 0,1-1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3:43.941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45 173 9247,'-6'2'0,"0"1"0,0 0 0,2 2 0,2 1 0,1 2 0,1 3 0,1 4 0,1 5 0,2 6 0,4 5 0,1 2 0,1 3 0,1 3 0,2 2 0,1 4 0,1 4 0,1-5 0,-2-4 0,1-7-4,0-4 0,-2-6 1,-1-2-1,-1-3-3,-2-3 1,-2-2 0,-1 0 0,0 1-1,-2 1 1,1-4 0,-3 1 6,0-2 0,-5-1 0,0-3 0</inkml:trace>
  <inkml:trace contextRef="#ctx0" brushRef="#br0" timeOffset="582">110 680 9180,'-13'-17'0,"0"-2"0,1-2 0,0-4 0,2-5 0,-2-2 0,3-6 0,1-2 0,0 3 0,2 4 0,2 6 0,2 4 0,2 0 0,0 1 0,0 0 0,0-1 0,2 1 0,3-1 0,3 1 0,2 0 0,2 0 0,0 4 0,3-1 0,5 4 0,1 0 0,3 0 0,2 1 0,0 0 0,-1 2 0,-3 4 0,2 4 0,-3 1 0,-1 5 0,-2 4 0,0 6 0,-3 9 0,-2 3 0,-1 0 0,-3 5 0,-3 2 0,-2 3 0,-2 4 0,-3 4 0,-2 3 0,-4-1 0,-3-1 0,0-4 0,-3-4 0,0 0 0,0-1 0,1-3 0,1-4 0,3-6 0,1-7 0,0-7 0,2-7 0,0-5 0,3-7 0,2-10 0,0-4 0,2-3 0,3-1 0,3 0 0,3 5 0,1 3 0,2 3 0,1 3 0,4 4 0,4 2 0,2 5 0,1 6 0,0 5 0,-1 4 0,0 5 0,-2 4 0,-4 3 0,-3 3 0,-4-1 0,-2 5 0,-3-2 0,-1-2 0,-2 1 0,-4-6 0,0-2 0,0-2 0,-3-1 0,-1-2 0,-2 1 0,0 1 0,-3 1 0,0 4 0,-2 1 0,-2 0 0,-1 0 0,-3-4 0,-1-1 0,0-2 0,-4-1 0,0-5 0,0-2 0,0-3 0,-1-6 0,1-2 0,2-5 0,2-2 0,3-5 0,6 2 0,2 0 0,4 0 0,3 1 0,3-1 0,4 2 0,2 3 0,6-3 0,3 3 0,3 1 0,2 0 0,2 0 0,1 1 0,0 2 0,2-3 0,1 2 0</inkml:trace>
  <inkml:trace contextRef="#ctx0" brushRef="#br0" timeOffset="831">713 603 9114,'-13'10'0,"3"-2"0,1-1 0,5 0 0,2 2 0,1 1 0,1 1 0,0-1 0,1 4 0,1 3 0,2 1 0,2 5 0,0-1 0,1 1 0,-1-1 0,1-3 0,0-2 0,0-4 0,2-3 0,0-2 0,-3-7 0,0-2 0,-2-2 0,1-7 0,-3-3 0,0-6 0,-2-6 0,0-2 0,0-3 0,0 0 0,-3 1 0,-3-5 0,-4 1 0</inkml:trace>
  <inkml:trace contextRef="#ctx0" brushRef="#br0" timeOffset="982">629 160 9114,'-4'-14'0,"0"0"0,-1 2 0,2 5 0,1 3 0,2 7 0,1 7 0,2 3 0,0 2 0,2 2 0,1 5 0,1 2 0,-1 3 0,3 1 0,0 2 0,1-2 0,1-2 0,1 0 0,1 0 0,1-1 0,1 1 0,-2-4 0,2-2 0,-1-2 0,1-4 0,2 2 0</inkml:trace>
  <inkml:trace contextRef="#ctx0" brushRef="#br0" timeOffset="1235">860 128 9186,'-14'-6'0,"0"0"0,3 2 0,1 1 0,3 3 0,4 1-4,0 3 1,1 2-1,2 7 1,0 3-4,0 4 0,3 4 1,0 4-1,2 2 5,2 4 1,-2-1 0,4 1 0,0 0 1,-1-2 0,1 2 0,-1-5 0,1 3 0,-1 0 0,1 1 0,0-1 0,0-5 0,1-4 0,1-4 0,0-2 0,1-3 0,1-2 0,0-4 0,-1-4 0,-2-1 0,2-6 0,-2 0 0</inkml:trace>
  <inkml:trace contextRef="#ctx0" brushRef="#br0" timeOffset="1669">1129 538 9140,'0'-6'0,"-2"0"0,-2-1 0,0 1 0,-1-6 0,3 0 0,0-3-3,-1 0 1,2-2 0,-3-2 0,-1 0-5,-1 2 1,0 2-1,-1 5 1,1 2 2,-1 3 1,-1 3 0,-1 5 0,1 6 2,-2 5 1,3 8-1,-1 4 1,1 5 0,3 5 0,1 2 0,3-1 0,0 0 0,0-3 0,3-2 0,2-3 0,4-3 0,3-4 0,2-3 0,3-2 0,1-2 0,0-4 0,-1-5 0,0-4 0,-1-4 0,1-5 0,-3-6 0,1-6 0,-2-4 0,0-4 0,-3 0 0,-1-4 0,-2-1 0,-1-2 0,-2-1 0,-2 0 0,-3-2 0,-3-3 0,-2-6 0,-6 1 0,-1-1 0,-1-2 0,-2 1 0,2 1 0,3 7 0,4 10 0,3 12 0,4 15 0,0 8 0,5 11 0,2 6 0,0 7 0,3 6 0,0 2 0,3 6 0,1-3 0,1-2 0,2 1 0,-1-6 0,1 0 0,0 1 0,3-1 0,0 0 0,-1-7 0,-1-7 0,1-7 0,0-6 0,3-4 0,1-3 0</inkml:trace>
  <inkml:trace contextRef="#ctx0" brushRef="#br0" timeOffset="2332">1809 423 9142,'-12'-6'0,"-1"-1"0,5 4 0,2 1 0,3 4 0,2 5 0,2 6 0,4 6 0,2 4 0,3 7 0,0 5 0,4 4 0,1 3 0,3 0 0,-2-2 0,0-3 0,2 1 0,-1-5 0,1-3 0,1-6 0,0-6 0,-2-9 0,-1-5 0,-1-3 0,-1-4 0,1-4 0,-2-3 0,0-5 0,-2-4 0,-1-5 0,-1-3 0,-4 0 0,-1-4 0,-4 1 0,0-1 0,0-1 0,-1-4 0,-1-2 0,-3-4 0,-3-3 0,-1 3 0,-3 2 0,2 5 0,1 8 0,1 9 0,4 14 0,2 8 0,1 8 0,2 8 0,2 4 0,3 3 0,3 4 0,4-1 0,1 0 0,1 0 0,-1-4 0,3-6 0,1-4 0,1-1 0,0-5 0</inkml:trace>
  <inkml:trace contextRef="#ctx0" brushRef="#br0" timeOffset="2681">2278 564 9142,'3'-6'0,"-1"-1"0,-1 1 0,-1-1 0,0-1 0,-1-1 0,-1-1 0,-1-1 0,-5-2 0,1 0 0,-2 1 0,-2 2 0,0 4 0,-1 3 0,-1 2 0,0 6 0,1 4 0,1 7 0,3 6 0,-1 4 0,2 2 0,2 2 0,2 1 0,1-4 0,4-1 0,3-2 0,3 0 0,3-1 0,2-5 0,2-1 0,2-3 0,1-6 0,2-2 0,-1-3 0,0-4 0,-2-5 0,-1-5 0,-1-3 0,-2-4 0,-1-2 0,-4-2 0,-2 2 0,-1 0 0,-4 1 0,-1-1 0,-4-1 0,-2 0 0,-4-4 0,-2 2 0,-3-2 0,-1-1 0,2 0 0,-1 2 0,2 6 0,2 6 0,2 5 0,3 5 0,0 4 0,2 4 0,1 5 0,3 11 0,0 3 0,3 2 0,1 3 0,4-2 0,1-1 0,1-3 0,-2-3 0,4-4 0,1-2 0,1-4 0,4-5 0,-2-3 0</inkml:trace>
  <inkml:trace contextRef="#ctx0" brushRef="#br0" timeOffset="2952">2496 551 9142,'-4'13'0,"-2"1"0,3 0 0,-1 1 0,2-1 0,1 0 0,2-1 0,1-1-1,3 1 1,0 0-1,2 0 1,-1-1-1,0-1 1,4-1 0,0-3-1,0-4 1,1-1 0,0-4 0,2-3 0,-1-5 0,1-3 0,0-8 0,0 0 0,-1-1 0,-1-2 0,1 0 0,-1-3 0,0-1 0,0 1 0,0 4 0,-2 4 0,-1 5-2,1 4 0,-4 5 0,2 9 1,-2 5-4,-2 8 0,2 7 1,-2 5-1,1 1 1,1 0 0,0-3 0,2 0 0,-1-3 0,1-2 1,-1-2-1,1-2 4,-1-1 0,3-1 0,1-3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3:48.059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89 950 9136,'-6'0'0,"0"-1"0,2-1 0,-1-2 0,3-6 0,0-3 0,2-3 0,0-8 0,0-5 0,0-4 0,0-6 0,0-3 0,2-7 0,0-7 0,-1-10 0,2-1 0,-1-4 0,0-1 0,-2-2 0,-2 4 0,-3 6 0,0 10 0,-2 13 0,1 13 0,-1 13 0,1 8 0,0 4 0,-1 12 0,1 4 0,0 7 0,2 6 0,-1 3 0,3 3 0,1 0 0,2 0 0,3 3 0,3 1 0,2 3 0,1 4 0,3-3 0,1 3 0,2-3 0,0 1 0,2 2 0,2 2 0,0 0 0,2-6 0,-1-3 0,-2-6 0,0-2 0,1-2 0,-5-4 0,-1-3 0,-3-4 0,-2-3 0,-1-3 0,-1-3 0,-1-2 0,0-2 0,-1-6 0,-2-4 0,0-3 0,2-1 0,-3-6 0,1 1 0,0-2 0,1-3 0,-1-1 0,-1 0 0,1-1 0,-3 0 0,3-5 0,-1-3 0,0-6 0,1-3 0,-4-3 0,-2-1 0,-3-3 0,-2-5 0,-2-2 0,-2 3 0,0 8 0,0 13 0,1 11 0,3 7 0,1 8 0,1 8 0,2 4 0,2 8 0,1 8 0,1 6 0,1 7 0,1 3 0,5 3 0,0-5 0,4 1 0,0-2 0,4 1 0,1-1 0</inkml:trace>
  <inkml:trace contextRef="#ctx0" brushRef="#br0" timeOffset="416">615 616 9136,'-6'-13'-1,"-1"0"1,1-3-1,0-3 1,0-4-6,2-2 1,-2 2 0,2 2-1,-2 2 3,0 4 0,-3 1 1,0 6-1,-1 3 3,-2 2 0,0 3 0,0 5 0,1 4 0,0 5 0,2 3 0,0 3 0,1 3 0,3 2 0,3 2 0,-1 5 0,3-1 0,0 1 0,0-4 0,1 1 0,3-3 0,2-3 0,5-2 0,-1-1 0,3-2 0,-1-3 0,3-1 0,1-2 0,0-1 0,2-3 0,-2-4 0,-1-2 0,-2-5 0,0-6 0,0-1 0,-1-8 0,-1-1 0,-3-2 0,-3-2 0,-1 0 0,-1 1 0,-2-3 0,0 0 0,-2-2 0,-1-3 0,-2-1 0,-5 0 0,-1-3 0,-2 2 0,-1 5 0,0 9 0,0 3 0,0 7 0,0 3 0,4 5 0,2 3 0,3 7 0,1 5 0,1 4 0,2 3 0,3 1 0,4-1 0,-1 1 0,3-4 0,1 0 0,0 0 0,0-2 0,1-2 0,0-2 0,2 0 0</inkml:trace>
  <inkml:trace contextRef="#ctx0" brushRef="#br0" timeOffset="683">795 738 9213,'-1'9'-4,"0"-1"1,-1 0 2,0-1 1,-1-1 0,1 1 0,1-4 0,3 0 0,-1-3 0,3-3 0,-1-3 0,-2-2 0,0-4 0,-1-1 0,-1-3 0,-1-3 0,1-3 0,-4-5 0,-2-5 0,-1-6 0,0-1 0,1-3 0,1 2 0,0 5 0,2 3 0,2 10 0,2 6 0,2 6 0,4 6 0,5 6 0,2 1 0,2 4 0,1 0 0,1 0 0,0-1 0,-2-2 0,3-1 0,-1-3 0,2 0 0</inkml:trace>
  <inkml:trace contextRef="#ctx0" brushRef="#br0" timeOffset="1247">1103 610 8986,'-10'0'0,"3"-3"0,-3-1 0,0-1 0,3-1 0,2-3 0,1-3 0,1-1 0,-1 0 0,1-2 0,-1-2 0,-1-2 0,1 2 0,-1 0 0,-3 1 0,1 1 0,0 1 0,1 6 0,-1 3 0,1 2 0,-1 3 0,1 3 0,0 3 0,-1 4 0,1 7 0,-1 4 0,2 3 0,0 5 0,3 2 0,2 2 0,0 2 0,0 1 0,2-3 0,3-1 0,3-4 0,3-4 0,2-2 0,2-4 0,2-4 0,1-5 0,2-5 0,1-5 0,1-2 0,1-3 0,-3-7 0,0-6 0,-3-4 0,-1-2 0,-4-4 0,-2-3 0,-1-4 0,-3-2 0,-3-3 0,-4-1 0,-1-2 0,-5 0 0,-3-1 0,-4-7 0,-2-1 0,0-1 0,0 5 0,-1 9 0,4 8 0,4 10 0,5 12 0,2 12 0,1 6 0,1 9 0,1 5 0,1 5 0,2 3 0,4 5 0,1 2 0,1 3 0,2 0 0,-2-1 0,0 0 0,2-1 0,3 1 0,-2-3 0,3-1 0,-1-2 0,3-4 0,-2-5 0,0-6 0,0-5 0,-2-6 0,3-6 0,-1-5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3:51.15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219 504 9064,'-6'-4'0,"1"0"0,1 1 0,-1-2 0,0 1 0,0-1 0,1 1 0,0-4 0,-1 1 0,1 0 0,-1-3 0,-1 0 0,-1-2 0,-1-1 0,-1 0 0,-2-2 0,1 0 0,-1 1 0,1 0 0,1 4 0,-2 2 0,1 3 0,0 3 0,-2 5 0,4 5 0,0 7 0,1 8 0,0 10 0,2 8 0,0 2 0,3 2 0,2-1 0,1 1 0,3-2 0,5 1 0,3-5 0,3-8 0,2-5 0,2-3 0,2-8 0,0-4 0,0-7 0,-1-5 0,-1-6 0,1-6 0,1-6 0,0-6 0,0-5 0,-4-6 0,-2-2 0,-1-2 0,-2-4 0,-2-1 0,-4-2 0,-3-3 0,-2 1 0,-3-5 0,-2 0 0,-5-2 0,-3 2 0,-3 2 0,-1 6 0,-1 7 0,0 11 0,4 14 0,1 7 0,0 7 0,2 9 0,1 5 0,1 4 0,2 4 0,-1 6 0,5 4 0,1 3 0,2 3 0,1 2 0,4-2 0,2-2 0,1-2 0,0-2 0,4 0 0,1 2 0,2 0 0,1-2 0,2-5 0,0-3 0,0-3 0,2-5 0,-2-5 0,-2-6 0,-3-4 0,-2-1 0,-1-1 0,-1-1 0,0-2 0,-2 1 0,-1 1 0,-1 1 0,0 2 0,-2 1 0,-2 2 0,-1 2 0,-1 3 0,-1 0 0,0 0 0,-1 0 0,-3 0 0,3-3 0,1 1 0,1-5 0,2-4 0,1-5 0,5-9 0,0-3 0,3-4 0,-1-3 0,0-4 0,1-5 0,-1-2 0,1-3 0,-4-1 0,-2 3 0,-1 3 0,-3 5 0,-4 8 0,-3 7 0,-1 6 0,-1 9 0,-2 7 0,-1 11 0,-1 6 0,1 4 0,1 7 0,1 3 0,1 5 0,2-2 0,1 0 0,1-2 0,1-2 0,4-2 0,4-7 0,3-1 0,3-3 0,1-2 0,1-4 0,1-3 0,1-5 0,0-3 0,-1-2 0,0-4 0,1-2 0,-1-9 0,-2-5 0,-1-6 0,0-5 0,0-3 0,0-4 0,-2 2 0,-2 2 0,-1-2 0,1 1 0,-1 0 0,0 3 0,-2 3 0,-2 9 0,-1 4 0,-1 8 0,0 6 0,0 7 0,0 5 0,0 6 0,3 1 0,0 1 0,1 1 0,1-2 0,0 0 0,0-2 0,2 2 0,-1-2 0,1 1 0,-1-2 0,1-2 0,0-2 0,0-4 0,3-3 0,0-3 0,-2-4 0,1-5 0,-1-5 0,1-2 0,-1-5 0,-1-1 0,-1-1 0,1-2 0,-3 2 0,0 0 0,1 2 0,1 0 0,-2 1 0,1 2 0,-1-2 0,2-2 0</inkml:trace>
  <inkml:trace contextRef="#ctx0" brushRef="#br0" timeOffset="198">905 138 9064,'-6'-30'0,"-1"3"0,1 5 0,-1 6 0,2 7 0,0 4 0,0 1 0,4 3 0,-1 3 0,1 5 0,1 3 0,0 6 0,0 3 0,0 4 0,1 5 0,1 4 0,2 4 0,2 2 0,-2-1 0,1 1 0,0 1 0,3 2 0,0 7 0,2 2 0,0-2 0,0-4 0,0-5 0,1-3 0,-1-3 0,-1-5 0,0-6 0,-3-7 0,-2-4 0,-1-2 0</inkml:trace>
  <inkml:trace contextRef="#ctx0" brushRef="#br0" timeOffset="347">911 619 9064,'-25'-15'0,"-1"-1"0,2-2 0,3-5 0,3 2 0,10 0 0,4 2 0,5 4 0,4 3 0,6 6 0,4-1 0,2 1 0,8 2 0,0-1 0,2 0 0,2 0 0,-2-2 0,4 1 0,3-1 0,2 1 0,3 0 0,-4-1 0,1 1 0,2-4 0,-3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3:53.97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58 784 9024,'-6'0'0,"0"3"0,-1-3 0,1 2 0,-1-3 0,2-2 0,0-2 0,1-3 0,1 1 0,0 0 0,2 1 0,-1-1 0,0 1 0,2 2 0,0-1 0,0 5 0,0 0 0,0 2 0,3 4 0,1-1 0,2-1 0,1 0 0,1 1 0,4-1 0,2-2 0,0 1 0,4-3 0,2 0 0,3 0 0,3-1 0,3-1 0,4-3 0,2 0 0,-1-2 0,0 1 0,-2-1 0,-2-2 0,-5 4 0,-6 0 0,-4 0 0,-4 2 0,-6 1 0,-7 0 0,-4 1 0,-7-1 0,-1-1 0,-1 0 0,-1-2 0,-3-4 0,0-1 0,-1-2 0,-3-5 0,-1-1 0,-4-5 0,1-1 0,2-4 0,2-4 0,4 1 0,3 1 0,8 5 0,5 7 0,5 4 0,6 5 0,4 5 0,6 1 0,3 3 0,1 0 0,1 3 0,1 3 0,0 3 0,0 0 0,-2 0 0,-1 2 0,-1 0 0,-1 1 0,1 1 0,-1 3 0,0 0 0</inkml:trace>
  <inkml:trace contextRef="#ctx0" brushRef="#br0" timeOffset="319">565 514 9009,'-2'-6'0,"0"0"0,-2-2 0,2 1 0,0-3 0,1 0 0,-1 3 0,0-3 0,0 2 0,-1-1 0,2-2 0,-4 4 0,0 0 0,0 2 0,-2 3 0,1-1 0,-1 0 0,-2 1 0,2 4 0,-1 3 0,0 4 0,2 4 0,0 0 0,0 4 0,1 2 0,1 2 0,2-1 0,0 1 0,2-1 0,2-1 0,4 0 0,4-2 0,1 1 0,3-1 0,4-1 0,0-2 0,3-2 0,0-1 0,1-4 0,-1 0 0,0-4 0,-1-3 0,-2-3 0,-1-4 0,2-2 0,-3-4 0</inkml:trace>
  <inkml:trace contextRef="#ctx0" brushRef="#br0" timeOffset="649">668 207 9009,'-10'-10'0,"-2"1"0,4 5 0,0 4 0,4 6 0,2 6 0,3 4 0,1 3 0,4 5 0,0-1 0,2 3 0,2 2 0,1 2 0,2 4 0,0 2 0,2 2 0,-1-3 0,4-4 0,-1-5 0,-1-6 0,3-7 0,-2-5 0,0-3 0,1-3 0,-3-5 0,-4-4 0,-1-4 0,-1-3 0,0-6 0,-4 0 0,0-2 0,0-3 0,-3 0 0,1-2 0,1 0 0,0 2 0,-1 3 0,2 5 0,-1 4 0,-1 4 0,1 6 0,0 3 0,0 7 0,1 5 0,-1 9 0,2 7 0,1 3 0,-1 1 0,1-2 0,1-1 0,1-1 0,-2-1 0,3-1 0,0-2 0,1-4 0,0-2 0,0-5 0,1-4 0</inkml:trace>
  <inkml:trace contextRef="#ctx0" brushRef="#br0" timeOffset="918">1175 130 8985,'-20'-23'0,"5"1"0,2 4 0,4 3 0,4 4 0,2 8 0,3 5 0,0 5 0,0 9 0,0 3 0,-2 4 0,1 7 0,-2 4 0,1 3 0,0-1 0,-3 4 0,3-1 0,1 0 0,0 3 0,1-2 0,0 2 0,1-2 0,1-5 0,2-3 0,4-10 0,1-2 0,1-2 0,1-1 0,2 0 0,0-3 0,2-3 0,-1 0 0,2-4 0,-1-2 0,0-1 0,2-6 0,-2-4 0,-1-4 0,-1-5 0,0-1 0</inkml:trace>
  <inkml:trace contextRef="#ctx0" brushRef="#br0" timeOffset="1450">1444 457 8985,'-2'-5'0,"-1"1"0,-1-1 0,0-1 0,-2-2 0,-1-1 0,1-1 0,-1-1 0,0-2 0,-1 0 0,-3 0 0,1 3 0,0 2 0,0 2 0,0 1 0,2 6 0,0 6 0,1 6 0,0 5 0,4 5 0,1 5 0,1 2 0,1 1 0,0-1 0,1-3 0,1-1 0,2-2 0,4 0 0,1-4 0,2-1 0,2-3 0,0-6 0,3-1 0,-1-3 0,0-1 0,0-4 0,-3-5 0,-1-5 0,0-2 0,-3-7 0,0-1 0,-1-1 0,0 0 0,-1-2 0,-1-2 0,-2-1 0,0 0 0,-1 1 0,-1 2 0,0 1 0,1 3 0,1 6 0,-3 2 0,0 7 0,2 8 0,0 9 0,1 5 0,0 3 0,2 3 0,-1 1 0,0 0 0,0-1 0,1-3 0,1-2 0,0-2 0,1-3 0,1-2 0,2-2 0,2-4 0,1-2 0,2-5 0,-3-4 0,-1-2 0,0-3 0,-1-3 0,1-3 0,-1 0 0,-1 0 0,0-1 0,-3-3 0,1 1 0,-1 1 0,1-3 0,-1 5 0,0 1 0,1 1 0,-1 1 0,1 4 0,-1 3 0,0 10 0,-1 6 0,-2 5 0,0 2 0,1 2 0,-1-1 0,0 0 0,0 0 0,2-2 0,-1 1 0,2-1 0</inkml:trace>
  <inkml:trace contextRef="#ctx0" brushRef="#br0" timeOffset="1883">2015 495 8901,'-3'-10'0,"-1"-2"0,-2 1 0,0-4 0,-1-2 0,1 1 0,0-1 0,1 0 0,1 0 0,-1 0 0,-1 5 0,0 4 0,-1 5 0,1 2 0,-1 2 0,1 4 0,0 3 0,-1 6 0,1 4 0,1 4 0,1 3 0,0 4 0,-2 2 0,2 0 0,2-1 0,1-3 0,1 1 0,2-3 0,2-1 0,1-3 0,6-4 0,2-2 0,1-4 0,3-2 0,-1-6 0,0-4 0,-1-4 0,0-5 0,-2-5 0,-1-2 0,-1-2 0,-2-1 0,-3-1 0,-1-1 0,-1 0 0,-2-5 0,0-3 0,-1-2 0,-1-2 0,-3-2 0,-2-6 0,0-3 0,-2-3 0,-1-6 0,0 0 0,2 1 0,3 6 0,3 10 0,2 18 0,0 14 0,1 21 0,1 5 0,0 5 0,-2 6 0,1 1 0,1 2 0,-1 2 0,2 1 0,1-1 0,1 0 0,-1-3 0,3-1 0,0 3 0,1 3 0,1 0 0,3 1 0,2-10 0,0-2 0,-1-4 0,3-7 0,-3-4 0,2-3 0,0-4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4:01.85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13 58 9128,'-3'-13'0,"2"2"0,-1 3 0,1 2 0,2 4 0,1 7 0,0 7 0,2 8 0,1 3 0,1 3 0,1 0 0,1 0 0,2 0 0,0 0 0,0 6 0,2 3 0,-1 3 0,0 2 0,1-2 0,0 0 0,-2-2 0,-1-3 0,0-4 0,-3-8 0,-1 0 0,-1-2 0,0-2 0,1-5 0,-1-5 0,-2-9 0,1-5 0</inkml:trace>
  <inkml:trace contextRef="#ctx0" brushRef="#br0" timeOffset="334">46 195 9197,'-13'-9'0,"0"-1"0,3-1 0,3 0 0,5 0 0,4-3 0,3-1 0,3 0 0,5-1 0,4 2 0,2-2 0,2 2 0,1 0 0,-1 4 0,3 3 0,0 2 0,4 4 0,1-1 0,-3 4 0,-1 5 0,-5 2 0,-6 5 0,-3 1 0,-4 0 0,-3 5 0,-4 0 0,-1 0 0,-1 1 0,-5-4 0,-4 1 0,-1 0 0,-1 1 0,-1-2 0,-1 0 0,-2 0 0,0 0 0,-1 0 0,3 3 0,0-1 0,1-2 0,4-1 0,1-2 0,3 0 0,1-1 0,3 1 0,5-5 0,4-1 0,3-1 0,3-1 0,1-1 0,2-2 0,1 0 0,3 2 0,2-3 0,1-1 0,0 0 0,-2-1 0,-1 0 0,0-1 0,-1-1 0,0-4 0,-1-5 0,-2-2 0,-3 0 0</inkml:trace>
  <inkml:trace contextRef="#ctx0" brushRef="#br0" timeOffset="703">563 313 9197,'-6'7'0,"-1"-1"0,1-2 0,-1-2 0,1-1 0,-1-1 0,1 0 0,-1-2 0,0-1 0,1-4 0,-3-1 0,0 2 0,-1-1 0,1 1 0,0 2 0,2 3 0,1 5 0,-1 5 0,1 6 0,-1 4 0,1 3 0,2 1 0,1 1 0,3 1 0,1-1 0,1-2 0,2-2 0,2-3 0,2-1 0,0-2 0,0-1 0,3-1 0,1-2 0,0-3 0,1-4 0,0-3 0,1-3 0,-1-4 0,-1-2 0,-1-5 0,-2-1 0,1-3 0,-3-1 0,1-3 0,-3 1 0,-3-1 0,-1 0 0,-1-1 0,0 0 0,0-2 0,-6 0 0,-2-1 0,-4 2 0,-1 2 0,0 6 0,0 3 0,0 6 0,2 4 0,0 9 0,3 6 0,2 6 0,3 5 0,2 5 0,1-1 0,1 0 0,1-3 0,2-2 0,5-1 0,2-4 0,2-4 0,0-3 0,2-6 0,0-2 0,6-1 0,0-1 0</inkml:trace>
  <inkml:trace contextRef="#ctx0" brushRef="#br0" timeOffset="935">753 18 9221,'-9'-6'0,"0"0"0,-2 2 0,4 6 0,5 9 0,1 5 0,1 6 0,2 2 0,1 3 0,1-1 0,1 3 0,2 1 0,1 2 0,1 2 0,1 1 0,-1 2 0,2 3 0,1-1 0,0-2 0,-1-7 0,-1-3 0,0-3 0,0-1 0,-2-2 0,1-3 0,-2-4 0,-3-2 0,5 0 0,-2-2 0</inkml:trace>
  <inkml:trace contextRef="#ctx0" brushRef="#br0" timeOffset="1083">812 497 9221,'-26'-13'0,"1"0"0,8 0 0,4 1 0,4 2 0,4 1 0,3 0 0,5 3 0,3-1 0,5 0 0,4 3 0,3 0 0,3 2 0,3 0 0,-1 1 0,2 1 0,-1 0 0,2 0 0,-1 0 0,0 0 0,-1 0 0,1 0 0,0-3 0,1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3:57.95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374 265 9121,'0'-7'0,"0"1"0,0-1 0,0 1 0,0-3 0,0 0 0,0 1 0,0-2 0,0 2 0,0-4 0,-1-1 0,-1-1 0,-2-5 0,-4 0 0,-2-2 0,0 0 0,-2 1 0,-2 3 0,-3 2 0,-2 3 0,1 4 0,-4 5 0,2 6 0,0 10 0,0 9 0,-2 12 0,1 5 0,-1 6 0,2 0 0,1 2 0,2-1 0,1 3 0,3-3 0,3 5 0,3-6 0,2-3 0,3-3 0,0-5 0,1 1 0,1-3 0,3 3 0,0-3 0,2-1 0,3-2 0,2-6 0,1-3 0,2-5 0,0-3 0,1-5 0,1-5 0,2-2 0,2-2 0,2-3 0,0-3 0,1-4 0,2-3 0,-3 1 0,1-4 0,-2-3 0,0-2 0,2-3 0,2 0 0</inkml:trace>
  <inkml:trace contextRef="#ctx0" brushRef="#br0" timeOffset="2054">938 232 9275,'-3'-3'0,"-2"0"0,-1 0 0,0-2 0,-1 0 0,3-4 0,0 0 0,1 0 0,-1 0 0,3-1 0,-2-3 0,0 2 0,-2 0 0,2 3 0,-2 0 0,0 3 0,-1 2 0,0 6 0,-1 2 0,1 6 0,-1 4 0,-1 3 0,1 3 0,1 0 0,0 3 0,1-1 0,0-1 0,1-2 0,2 0 0,0-1 0,4-2 0,1-1 0,3-3 0,0-2 0,5-3 0,0-3 0,2-3 0,0-2 0,0-3 0,0-4 0,0-3 0,0 0 0,-2 0 0,-1 0 0,0 0 0,-2 4 0,-3-1 0,-1 1 0,-3 3 0,-2 3 0,-4 3 0,-3 3 0,-6 7 0,1 2 0,-3 2 0,-3 4 0,0 2 0,-1 0 0,-1-1 0,-1 1 0,1 1 0,3-3 0,2-2 0,2-3 0,2-2 0,6-1 0,2-1 0,2-1 0,3 1 0,2-4 0,5 0 0,4 0 0,0 0 0,5-1 0,0-1 0,0 0 0,0-3 0,3 1 0,-1 0 0,1-1 0,-3-1 0,1 0 0,-1-1 0,0-1 0,4 0 0,-4 0 0,0 0 0,0 0 0,-4-6 0,2-1 0,-3-2 0,0-5 0,-2-3 0</inkml:trace>
  <inkml:trace contextRef="#ctx0" brushRef="#br0" timeOffset="2400">1147 219 9248,'-3'-6'0,"-1"1"0,-2 1 0,2 0 0,-1-1 0,0 1 0,-1 2 0,0 0 0,2 2 0,2 3 0,1 4 0,1 2 0,0 4 0,0 1 0,0 1 0,0 0 0,0 3 0,1 2 0,1 1 0,0 7 0,2 0 0,1 2 0,1 1 0,1 1 0,0-2 0,1 0 0,1-2 0,2-6 0,-1-3 0,1-3 0,0-4 0,2-1 0,3-6 0,-1-1 0,1-4 0,-2-3 0,5-9 0,-2-2 0</inkml:trace>
  <inkml:trace contextRef="#ctx0" brushRef="#br0" timeOffset="2948">1370 101 9143,'-11'-1'0,"0"-1"0,3 2 0,2 2 0,3 9 0,3 5 0,3 6 0,0 5 0,4 5 0,-1 4 0,1 3 0,0 3 0,0 1 0,1 0 0,1 0 0,-1-5 0,-1-8 0,-1-10 0,1-8 0,0-6 0,0-7 0,1-5 0,1-5 0,-3-5 0,-2-6 0,2-4 0,-1-1 0,1-4 0,-1 3 0,0 1 0,0 2 0,-2 5 0,2 5 0,0 3 0,1 3 0,0 4 0,1 9 0,-1 4 0,1 7 0,-1 4 0,1 3 0,0 2 0,2 1 0,-2-1 0,2 0 0,-2 0 0,0 0 0,-1-3 0,1-2 0,-1-3 0,-2 0 0,-1 2 0,-3-3 0,0 0 0,0-1 0,-1-1 0,-1 0 0,-2 1 0,-2-1 0,-1-2 0,0-6 0,-1-3 0,-1-1 0,-2-5 0,1-3 0,-1-6 0,0-3 0,2-3 0,-2-1 0,0 0 0,1 1 0,1 2 0,4 2 0,1 1 0,2 4 0,-1 0 0,4 4 0,1 2 0,5 4 0,4 4 0,4 2 0,2 1 0,2-1 0</inkml:trace>
  <inkml:trace contextRef="#ctx0" brushRef="#br0" timeOffset="3313">1796 540 9302,'-6'5'0,"-1"-2"0,0 0 0,1 2 0,5-5 0,3 0 0,4-3 0,3-3 0,1-3 0,3 0 0,0-2 0,0 0 0,1-2 0,-1-2 0,0-1 0,0-1 0,-3 2 0,-1-2 0,-3-1 0,-1 1 0,-2 1 0,-3 1 0,-1 0 0,-1 3 0,-4 2 0,-4 4 0,1 2 0,-1 2 0,-1 4 0,0 6 0,-1 4 0,1 5 0,-1 5 0,2 2 0,0 3 0,1 2 0,2 1 0,1-3 0,1-3 0,0 0 0,4-2 0,-1-3 0,4 1 0,2 0 0,5-4 0,2 0 0,2-3 0,2 0 0,1 0 0,3-3 0,0-3 0,1-4 0,2-3 0,-2-3 0,0-2 0,0-3 0,1-2 0,-3-3 0,1 0 0,0 0 0,1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4:05.260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80 424 9047,'4'0'0,"0"1"0,-1 1 0,1 0 0,0 0 0,3-2 0,-1 0 0,1 0 0,-1-2 0,2-2 0,0-1 0,1-2 0,2-4 0,-1-1 0,1-2 0,0-4 0,-3-2 0,1-1 0,-2 0 0,-3-1 0,-1 3 0,-4 1 0,-1 3 0,-2 1 0,-5 2 0,-2 3 0,-2 3 0,0 3 0,2 1 0,1 4 0,-2 3 0,-1 3 0,0 3 0,1 2 0,0 3 0,1 1 0,1 5 0,-1 1 0,0 1 0,2 0 0,0 0 0,2 0 0,0 0 0,0-2 0,2 0 0,5-2 0,0-1 0,0-2 0,4 1 0,2-2 0,4-2 0,3-3 0,0-1 0,1-4 0,1 0 0,2-2 0,2-1 0,1-3 0,0-3 0,2-1 0,1-4 0,1-1 0,-2-1 0,1 1 0,-5-2 0,2 2 0,-3 1 0,-2 1 0,0 0 0,-5 1 0</inkml:trace>
  <inkml:trace contextRef="#ctx0" brushRef="#br0" timeOffset="611">394 372 9077,'-6'0'0,"2"-3"0,-2 2 0,2-1 0,2 5 0,2 4 0,3 3 0,0 2 0,3 2 0,-2 2 0,2 4 0,1 3 0,-1 3 0,1 0 0,-1-1 0,-2-1 0,2-2 0,-2-4 0,2-3 0,1-5 0,-2-5 0,0-6 0,0-9 0,-3-8 0,0-3 0,1-3 0,-2-4 0,1 0 0,-1 0 0,-1 1 0,-1-2 0,-1-2 0,-3-3 0,-3-4 0,0-2 0,-2-2 0,0 3 0,2 3 0,2 8 0,0 9 0,2 8 0,3 5 0,-1 9 0,3 3 0,1 5 0,3 1 0,0 3 0,0 1 0,2 4 0,2 1 0,-1 0 0,0 0 0,0 3 0,0 1 0,1 0 0,0-2 0,0 0 0,-1-2 0,3-3 0,1-2 0,0-2 0,-1-2 0,-1-6 0,0 0 0,-2-2 0,2-1 0,0-3 0,3 0 0</inkml:trace>
  <inkml:trace contextRef="#ctx0" brushRef="#br0" timeOffset="845">617 457 9077,'7'1'0,"-1"1"0,1 2 0,-3 0 0,0 0 0,-1 1 0,1-2 0,-2 3 0,2-1 0,-1 1 0,1 0 0,-2 1 0,2-1 0,0 0 0,-1-2 0,2 1 0,1-2 0,1-3 0,-1-1 0,1-6 0,-1-4 0,2-2 0,0-2 0,0-2 0,1-3 0,0-1 0,0-1 0,1 0 0,-1 3 0,-1 2 0,0 1 0,-2 6 0,0 4 0,-2 6 0,1 6 0,-2 8 0,-1 4 0,1 3 0,-2 4 0,3-2 0,-1 1 0,1-2 0,0 0 0,3 0 0,0-2 0,-1-1 0,1-3 0,2-6 0,1-1 0</inkml:trace>
  <inkml:trace contextRef="#ctx0" brushRef="#br0" timeOffset="1511">1141 379 9049,'0'-7'0,"-3"0"0,2 0 0,-3-1 0,1-1 0,-1-1 0,-1 0 0,-2 1 0,-1-1 0,0-1 0,-3 2 0,0 2 0,1 2 0,-3 2 0,3 4 0,-1 2 0,0 6 0,3 4 0,-1 7 0,3 0 0,2 2 0,-2-1 0,4 0 0,1 0 0,0-1 0,2-4 0,1 0 0,2-3 0,2-2 0,4-2 0,1-3 0,1-2 0,1-2 0,0-2 0,1-4 0,1-3 0,0-3 0,0-1 0,-3-2 0,-1 0 0,-2 0 0,-2-3 0,-1-1 0,-1-2 0,-3-1 0,-2-2 0,-2 0 0,-3-1 0,-1 0 0,0 2 0,-1 5 0,1 3 0,-1 6 0,4 5 0,0 7 0,3 7 0,0 9 0,3 3 0,1 8 0,2 2 0,0-1 0,1 1 0,-1-1 0,1 0 0,0 2 0,1 4 0,1 1 0,-1 0 0,-1-2 0,-2-6 0,-2 0 0,0-2 0,-1-3 0,-2-1 0,0-2 0,-2-2 0,-3-1 0,-1-2 0,-3-3 0,-2-2 0,-1-5 0,-2-2 0,-2-1 0,-3-2 0,-2-1 0,-1-6 0,1-2 0,0-6 0,-1-4 0,1-5 0,4-3 0,2-3 0,4-1 0,2 0 0,5 2 0,1 1 0,3 2 0,5 5 0,3 3 0,3 3 0,2 2 0,8-3 0,-1 2 0</inkml:trace>
  <inkml:trace contextRef="#ctx0" brushRef="#br0" timeOffset="1865">1272 497 9059,'-9'6'0,"-2"1"0,2-1 0,0 0 0,2-2 0,4-1 0,2-3 0,4-3 0,3-1 0,-1-2 0,6-1 0,0-2 0,-1-2 0,4-1 0,-2-2 0,3-1 0,-1 0 0,1-3 0,-1 0 0,2-3 0,-2-3 0,0-5 0,-2-1 0,-1-2 0,-5 2 0,-2 2 0,-4 6 0,-1 6 0,-1 6 0,-5 5 0,-4 9 0,-1 4 0,-1 7 0,0 6 0,0 3 0,-1 2 0,1 3 0,2 0 0,1 2 0,1-1 0,1-1 0,3-3 0,3-2 0,2-2 0,0-1 0,2 0 0,4 0 0,1 1 0,2-1 0,4 0 0,1-1 0,2 1 0,2-2 0,1-3 0,1-8 0,0-3 0,-1-3 0,1-4 0,0-4 0,-4-5 0,0-9 0</inkml:trace>
  <inkml:trace contextRef="#ctx0" brushRef="#br0" timeOffset="3118">1626 313 9081,'-13'11'0,"0"-2"0,1-1 0,1-2 0,2 0 0,6-4 0,5-2 0,5-3 0,5-3 0,1-4 0,6-1 0,3-4 0,1-2 0,2-2 0,-1 1 0,2 1 0,0 1 0,2-1 0,-1 2 0,-3 3 0,0 3 0,-5 4 0,-5 4 0,-3 3 0,-4 4 0,-4 8 0,-6 5 0,-4 5 0,-3 4 0,-5 1 0,-1 2 0,0-1 0,0-1 0,1 0 0,2-4 0,0 1 0,3 0 0,1-4 0,4 3 0,3-2 0,1 1 0,4-2 0,3 0 0,1-4 0,2-3 0,1-4 0,0-3 0,-1-3 0,1-3 0,-1-2 0,-4-5 0,0-4 0,-3-2 0,-1-3 0,-2-1 0,-1-4 0,-3-2 0,-1 0 0,-2-2 0,-2 0 0,0-1 0,-1 3 0,-4 0 0,0 4 0,0 3 0,1 2 0,-2 7 0,0 1 0,-1 2 0,4 4 0,4 1 0,2 4 0,3 0 0,1 0 0,5 1 0,2 0 0,5 0 0,2 1 0,3-2 0,1-1 0,3 1 0,-1-4 0,2 0 0,2-3 0,-1 0 0,3 0 0,-1-3 0,1-1 0,-1-2 0,1 0 0,-3 0 0,0 2 0,-3 1 0,-3 3 0,-3 0 0,-3 0 0,-3 3 0,-2 0 0,-4 4 0,-1-1 0,0 1 0,-3-1 0,1 1 0,-2 0 0,3-4 0,3-1 0,4-4 0,1-4 0,3-5 0,0-2 0,3 0 0,0-4 0,-1-2 0,3-5 0,1-4 0,-3 0 0,0-2 0,-3-1 0,-4 1 0,-1 4 0,-3 6 0,-1 4 0,-1 8 0,-2 4 0,-3 7 0,-2 4 0,-2 6 0,-1 3 0,-2 7 0,0 2 0,-2 3 0,2 1 0,3-1 0,-1 0 0,3-3 0,1 1 0,2-2 0,1 0 0,3 0 0,3-3 0,3 1 0,3-2 0,2 0 0,2-4 0,2-1 0,1-4 0,-1-5 0,2-2 0,0-5 0,1-4 0,0-3 0,-3-6 0,3-2 0,-3-1 0,-2-1 0,1-1 0,-2 0 0,0 1 0,-1 3 0,-4 2 0,-1 2 0,-1 2 0,-1 6 0,-2 3 0,0 3 0,0 3 0,0 4 0,0 1 0,0 1 0,0 1 0,2 1 0,1 0 0,1 2 0,1 1 0,1-2 0,0-1 0,1-1 0,-1-2 0,1-3 0,-1 0 0,-1-1 0,-1-3 0,-2-1 0,2-6 0,0-2 0,-1-3 0,-1-3 0,0-4 0,-1-3 0,-1-3 0,0-1 0,0-3 0,0-1 0,0-1 0,-2-3 0,-1-8 0,-1-6 0,-1-7 0,2 3 0,1 3 0,1 10 0,1 9 0,0 14 0,0 12 0,0 10 0,1 7 0,1 6 0,2 0 0,2 2 0,1-2 0,2-2 0,1-1 0,1-2 0,2-5 0,0-2 0,0-3 0,3 2 0</inkml:trace>
  <inkml:trace contextRef="#ctx0" brushRef="#br0" timeOffset="3548">2596 503 9040,'0'-9'0,"0"1"0,0 0 0,0 0 0,0 0 0,1-2 0,1 0 0,-1-1 0,1-2 0,-1 0 0,-1 0 0,0-3 0,-1 1 0,-1 0 0,-2 2 0,-4 1 0,-2 3 0,0 3 0,-2 2 0,-2 8 0,-2 7 0,2 6 0,0 4 0,1 3 0,0 2 0,2 0 0,0 0 0,5-2 0,0 0 0,3 1 0,1 0 0,4 0 0,3-2 0,4-1 0,4-3 0,3 0 0,5-5 0,1-2 0,2-5 0,0-3 0,1-6 0,-1-2 0,1-5 0,-1-6 0,-2-5 0,0-5 0,-6-5 0</inkml:trace>
  <inkml:trace contextRef="#ctx0" brushRef="#br0" timeOffset="3847">2767 202 9040,'-13'-24'0,"0"3"0,2 3 0,3 8 0,2 8 0,3 7 0,0 5 0,1 4 0,2 9 0,0 3 0,0 4 0,0 5 0,0 1 0,0 1 0,3-2 0,1-2 0,4-4 0,1-1 0,2-1 0,-3-6 0,3 1 0,-1-5 0,0-3 0,2-5 0,2-2 0,1-4 0,0-3 0,-1-8 0,-1-6 0,0-4 0,0-4 0,0 0 0,-2-3 0,-1 2 0,0 0 0,-1 3 0,-3 4 0,0 0 0,-2 4 0,2 6 0,-1 6 0,-3 5 0,1 7 0,-3 3 0,0 2 0,3 2 0,0 1 0,-1-1 0,1 1 0,2 0 0,-1 1 0,0 2 0,1 0 0,-1-2 0,3 2 0</inkml:trace>
  <inkml:trace contextRef="#ctx0" brushRef="#br0" timeOffset="4445">3094 392 9052,'-10'-4'0,"1"2"0,0 1 0,0 1 0,1 3 0,3 2 0,1 3 0,2 3 0,-1 4 0,4 4 0,1 2 0,3 3 0,0 0 0,2 1 0,0-2 0,2 0 0,-2-3 0,3-4 0,-1 0 0,-1-4 0,2-5 0,-2-4 0,1-3 0,1 0 0,-1-6 0,1-6 0,1-5 0,-1-4 0,-2-4 0,3 1 0,-2-1 0,-1 1 0,-1 1 0,0 4 0,0 1 0,2 1 0,-4 6 0,2 2 0,-1 5 0,-4 7 0,1 2 0,0 3 0,-1 3 0,0-1 0,-2 1 0,0 0 0,0 2 0,2-3 0,1-1 0,1-2 0,-1-3 0,2 0 0,0-1 0,0-2 0,1 0 0,0-1 0,1-1 0,2-1 0,-1 2 0,0-3 0,0 2 0,1-1 0,-1 0 0,2-2 0,0-1 0,1-1 0,-3-1 0,3-2 0,0-3 0,-1-2 0,2-3 0,-3-3 0,-1-1-1,-1-3 1,0-1-1,-2-7 1,0-2-2,-3 1 1,-1 3-1,-1 4 1,-1 7 0,-1 5 0,-2 7 0,-2 9 1,-2 6-1,0 9 1,-3 9 0,-1 6 0,0 3 0,1 1 0,3-2 0,0-2 0,1-2 0,3-1 0,1-5 0,3 0 0,0-5 0,0-1 0,5-4 0,2 2 0,1-3 0,1-2 0,1-3 0,3-3 0,-2-3 0,0-1 0,0-1 0,3-2 0,0-1 0,2-4 0,-1-4 0,-2 0 0,0 0 0,0 0 0,3 1 0,-1 4 0,0-1 0,-2 1 0,0 0 0,1 1 0,-1 3 0,0-2 0,0 1 0</inkml:trace>
  <inkml:trace contextRef="#ctx0" brushRef="#br0" timeOffset="4728">3868 64 8988,'-7'0'0,"1"0"0,-1 0 0,1 0 0,-1 0 0,0 1 0,2 1 0,0 2 0,2 4 0,1 2 0,0 0 0,0 2 0,2 3 0,0-1 0,2 4 0,0 0 0,2 7 0,-1 3 0,0 4 0,0 0 0,2 4 0,-2 0 0,0 2 0,2-1 0,-1-6 0,0 0 0,1-4 0,1-3 0,3-2 0,0-4 0,-1-3 0,-1-6 0,-1-2 0,1-3 0</inkml:trace>
  <inkml:trace contextRef="#ctx0" brushRef="#br0" timeOffset="4894">3809 503 8988,'-18'-13'0,"2"0"0,-1 0 0,3 0 0,6 0 0,4-1 0,3 1 0,3 0 0,5 3 0,4 1 0,3 2 0,1 0 0,4 1 0,-3 0 0,2 2 0,-1 1 0,1 3 0,4 0 0,-1 0 0,1 0 0,-2 0 0,0 0 0,-1 0 0,1 0 0,-1 0 0,-2 0 0,2 0 0,-2 0 0</inkml:trace>
  <inkml:trace contextRef="#ctx0" brushRef="#br0" timeOffset="5350">4005 687 8929,'0'3'0,"1"0"0,1-3 0,3 0 0,3 0 0,3-1 0,2-1 0,3-2 0,0-2 0,5-1 0,0 1 0,1-1 0,2 0 0,-2-1 0,2-2 0,0-3 0,1 0 0,-1-6 0,-3 0 0,-2-2 0,-3-3 0,-3 0 0,-1 0 0,-1 0 0,-2 0 0,-5 2 0,-2-2 0,-1-4 0,-2-4 0,-3-4 0,-3 0 0,-3-2 0,-3 2 0,-3 1 0,-1 3 0,-4 4 0,-1 1 0,-5 7 0,2 4 0,1 4 0,-1 5 0,3 7 0,2 3 0,2 6 0,5 3 0,5 1 0,2-1 0,4-1 0,4 1 0,4-4 0,2 0 0,3 0 0,4-2 0,-1 1 0,2-1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4:32.137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3050 0 9120,'-6'0'0,"-3"0"0,-1 0 0,0 0 0,1 0 0,2 0 0,0 0 0,4 1 0,1 1 0,4 2 0,-1 3 0,1 1 0,1 3 0,-1 1 0,2 1 0,-1 1 0,0 0 0,0 4 0,1 3 0,-2 3 0,0 3 0,1 3 0,-2 4 0,3 3 0,0 1 0,-1 0 0,1 1 0,2-1 0,-1 1 0,-1 2 0,1 1 0,1 3 0,0-2 0,1-2 0,-1-1 0,0-2 0,-1 2 0,-1 5 0,0-1 0,0 0 0,-1-4 0,0-3 0,-3-2 0,3 3 0,-1 1 0,1-2 0,1-5 0,-1-7 0,0-5 0,-1-5 0,1-2 0,-1-2 0,1-3 0,0-3 0,-1-3 0,3-2 0,-3 0 0,2-2 0,1-3 0,1 0 0,0-2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4:34.574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88 106 9288,'-2'-9'-1,"-1"0"1,0 0 0,0-1-1,1 0 1,0 1-2,0 1 1,-1-1-1,3 1 1,0 0-1,0 1 0,0 2 1,0 1 0,0 3 1,0 1 0,3 3 0,-1 4 0,0 2 0,1 2 0,-3 2 0,3 3 0,0 5 0,1 3 0,0 2 0,0 5 0,1 0 0,1 0 0,1 0 0,1 4 0,1 4 0,1 5 0,1 1 0,2-1 0,0-4 0,-1-5 0,1-3 0,-1-8 0,0-4 0,-2-5 0,0-5 0,1-5 0,-2-3 0,-2-1 0,-1-7 0,1-1 0,-1-6 0</inkml:trace>
  <inkml:trace contextRef="#ctx0" brushRef="#br0" timeOffset="399">56 484 9156,'-10'0'0,"0"0"0,0 0 0,3 0 0,2-3 0,2 3 0,6-2 0,1 1 0,4 4 0,2 1 0,2 2 0,1 3 0,-2-1 0,4 2 0,-1 0 0,1 0 0,-1 0 0,4 0 0,-1-1 0,-1-2 0,3-1 0,0 0 0,2-2 0,2-1 0,0-3 0,1 0 0,-1 0 0,-1-3 0,-1 3 0,-2-3 0,-2 1 0,-2 0 0,-2-1 0,0 3 0,-3 0 0,-1 0 0,-2 0 0,-1-2 0,1-2 0,-1-2 0</inkml:trace>
  <inkml:trace contextRef="#ctx0" brushRef="#br0" timeOffset="1062">62 542 9248,'-13'0'0,"1"0"0,1 0 0,3 0 0,1 0 0,0 0 0,4 0 0,3 1 0,1 1 0,6 1 0,0 4 0,3 2 0,1 2 0,1 2 0,2 2 0,0 2 0,1 4 0,3 3 0,-1 3 0,1 1 0,2 1 0,-1-1 0,0 1 0,0 0 0,1-2 0,-1-3 0,-1-1 0,0-1 0,-1-1 0,-3-2 0,-1-3 0,-2-4 0,-2-4 0,0-3 0,-3-3 0,0-2 0,-2-3 0,2-2 0,-2-6 0,-1 0 0,-1-1 0,1-3 0,-1 0 0,0 0 0,-2-1 0,3 0 0,-1-4 0,0 1 0,1 0 0,-2 1 0,3 0 0,-1-4 0,-2-2 0,0-3 0,-1-5 0,0 1 0,0 1 0,0 1 0,0 5 0,0 3 0,0 6 0,0 6 0,0 7 0,0 4 0,0 4 0,0 2 0,0 2 0,0 0 0,0 5 0,0-1 0</inkml:trace>
  <inkml:trace contextRef="#ctx0" brushRef="#br0" timeOffset="1829">184 651 9208,'-10'-3'0,"0"0"0,3-2 0,0 2 0,1 0 0,3-1 0,-1 1 0,2 3 0,1 4 0,2 5 0,3 5 0,2 3 0,1 1 0,-1 2 0,3-1 0,0 1 0,1 1 0,1 0 0,-1-3 0,1-3 0,0-2 0,-1-2 0,2-1 0,-2-3 0,0-1 0,-2-2 0,0-3 0,-3-1 0,0-3 0,0-4 0,-4-2 0,0-4 0,-2-2 0,-3-2 0,-2-5 0,-1-3 0,-2-3 0,-1-1 0,-3-1 0,1 0 0,-2 0 0,-1 2 0,2 3 0,0 5 0,2 5 0,2 7 0,2 3 0,4 7 0,0 2 0,2 5 0,3 8 0,3 5 0,2 5 0,1 5 0,4 0 0,-2 2 0,3-1 0,-1-1 0,1-3 0,1-2 0,1-3 0,2-5 0,-1-1 0,-1-5 0,-1-1 0,1-2 0,-5-4 0,1-4 0,-3-2 0,-2 0 0,-2-3 0,-2-4 0,-1-5 0,-1-2 0,-1-5 0,-1 1 0,-3-3 0,-3-2 0,1-1 0,-2-4 0,-1-2 0,0-2 0,-2 0 0,0 2 0,1 2 0,2 4 0,3 9 0,2 5 0,1 12 0,3 9 0,3 9 0,4 9 0,0 3 0,4 6 0,-1-1 0,0 0 0,2-4 0,-2-5 0,1-2 0,0-3 0,-3 0 0,0-5 0,-1-5 0,0-5 0,-2-4 0,0-6 0,0-5 0,-4-5 0,0-6 0,-1-2 0,-2-1 0,-3-3 0,0-1 0,0-1 0,1-2 0,-2 1 0,3 1 0,-1 2 0,2 2 0,1 7 0,2 11 0,1 10 0,4 13 0,3 7 0,1 2 0,2 1 0,0 1 0,0-4 0,1-3 0,0-1 0,0-6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4:38.18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815 166 8950,'-9'0'0,"1"0"0,0-1 0,1-1 0,3 1 0,1-1 0,3 4 0,1 3 0,1 3 0,2 5 0,2 4 0,1 2 0,2 3 0,1 1 0,3 2 0,-1 2 0,1 0 0,1 1 0,0 2 0,1 3 0,-1 3 0,0-2 0,-1 0 0,-1-4 0,-1-4 0,-2-4 0,-4-6 0,0-4 0,0-5 0,-4-3 0,-4-7 0,-4-1 0</inkml:trace>
  <inkml:trace contextRef="#ctx0" brushRef="#br0" timeOffset="549">744 147 8974,'-16'-10'0,"1"1"0,2 0 0,3 0 0,4 2 0,3-1 0,2 2 0,2-1 0,2-1 0,3-1 0,2 1 0,4 2 0,2-1 0,-1 1 0,6-1 0,0 2 0,1 0 0,0 3 0,1 2 0,1 2 0,0 3 0,0 3 0,0 3 0,-3 4 0,0 3 0,-2 2 0,-2 3 0,-5 3 0,-1 0 0,-2 2 0,-3-2 0,-2 2 0,-2-3 0,0-4 0,-2-1 0,-3-7 0,-2-3 0,-2-2 0,0-4 0,1-2 0,-1-2 0,-1-2 0,1-4 0,-1-3 0,1-1 0,1-2 0,4 1 0,2 0 0,1 3 0,1 0 0,5 2 0,2 0 0,2 2 0,3 2 0,3 2 0,2 3 0,1 3 0,1 4 0,1 2 0,-1 1 0,0 0 0,-2 0 0,0 2 0,-2 0 0,-3 0 0,-3 0 0,-3 0 0,-1 2 0,-3 1 0,-1 0 0,-2 1 0,-1 1 0,-1-1 0,-3 0 0,1 0 0,-3-2 0,1-3 0,0-3 0,-1-1 0,-2-5 0,0 0 0,-1-3 0,-1-2 0,-2 0 0,-1 0 0,-2 0 0,-1-2 0,-2-3 0,1 0 0,0-2 0,3 1 0,3-1 0,4 2 0,2 0 0,5 0 0,4 1 0,6 1 0,5-3 0,4 2 0,1-2 0,2-1 0,3 1 0,0 0 0</inkml:trace>
  <inkml:trace contextRef="#ctx0" brushRef="#br0" timeOffset="781">1277 378 8959,'-7'2'0,"1"2"0,-1 2 0,2-1 0,0-1 0,3 2 0,2 4 0,2 0 0,3 4 0,1 2 0,2 4 0,1 0 0,-2 2 0,3-1 0,-1-2 0,0-3 0,0-3 0,-1-4 0,-1-3 0,0-1 0,-1-3 0,-2-8 0,-2-5 0,-1-4 0,-1-4 0,0-6 0,-3-1 0,-1-6 0</inkml:trace>
  <inkml:trace contextRef="#ctx0" brushRef="#br0" timeOffset="932">1219 102 8959,'-6'-9'0,"-1"1"0,3 1 0,0 3 0,2 3 0,0 2 0,2 5 0,2 7 0,2 3 0,3 5 0,1 3 0,0 1 0,4 0 0,-2 1 0,3 0 0,2 2 0,-1-4 0,3-1 0,-1-5 0,1-3 0,-3-1 0,4-4 0,-1-1 0</inkml:trace>
  <inkml:trace contextRef="#ctx0" brushRef="#br0" timeOffset="1200">1456 89 9013,'-7'-9'0,"-1"1"0,0 0 0,-1 1 0,3 1 0,-1 2 0,3-1 0,1 4 0,0 1 0,1 5 0,2 5 0,0 0 0,0 4 0,0-1 0,0 4 0,2 2 0,0 2 0,1 2 0,-1 5 0,1 2 0,1 1 0,4 1 0,-2 0 0,2 1 0,1 1 0,1-2 0,3 1 0,0-3 0,0-1 0,0-4 0,2-5 0,0-5 0,2-4 0,-3-6 0,4-5 0,-1-4 0</inkml:trace>
  <inkml:trace contextRef="#ctx0" brushRef="#br0" timeOffset="2217">1758 352 8997,'-9'-6'0,"1"1"0,0 1 0,3-1 0,0-3 0,1-1 0,-2-1 0,2 2 0,-1-1 0,0 0 0,0 1 0,-2-1 0,1 3 0,-1 0 0,1 2 0,2 2 0,-1 7 0,0 6 0,0 5 0,1 2 0,2 2 0,1 1 0,1 0 0,0 3 0,1-1 0,1 1 0,2-1 0,4 0 0,1 1 0,2-3 0,3-1 0,-1-4 0,2-3 0,-1-5 0,1-3 0,-2-6 0,2-6 0,-1-6 0,-1-5 0,-1-7 0,-2-5 0,-1-1 0,-2-1 0,-3 0 0,-2 2 0,-1 0 0,-1-1 0,-6-6 0,-3-4 0,-3-1 0,-3-1 0,-1 4 0,-1 6 0,2 5 0,2 4 0,4 14 0,2 8 0,4 9 0,3 11 0,0 1 0,2 2 0,2 2 0,2 3 0,1 0 0,-1 2 0,1-1 0,-1 2 0,1-1 0,2-3 0,-1-2 0,2-3 0,2-1 0,0-5 0,1-4 0,0-6 0,-1-1 0,1-3 0,-1 0 0,0 0 0,-2 0 0,-1 0 0,2-2 0,-2 0 0,0 1 0,0 0 0,0 2 0,-3 0 0,1 1 0,-1 0 0,1 0 0,-1 1 0,0-2 0,0-3 0,-1-2 0,-1-3 0,-1-1 0,1 0 0,-1-3 0,0-1 0,-1-2 0,3-1 0,-3-4 0,-1-2 0,0-1 0,-1-2 0,0-3 0,0 0 0,0 2 0,0 2 0,0 5 0,-1 1 0,-1 2 0,-1 5 0,-3 4 0,2 5 0,-1 7 0,2 5 0,0 4 0,0 2 0,1 2 0,1 3 0,0 4 0,-1 3 0,-1-1 0,3 0 0,0-2 0,0-3 0,0 2 0,1-5 0,1-1 0,3-3 0,0-6 0,2-1 0,1-2 0,1-1 0,1-2 0,0-2 0,-1-1 0,1-1 0,0 0 0,0-1 0,1 0 0,-1-2 0,0 2 0,0 0 0,-1 1 0,-1 0 0,2 0 0,-3 0 0,1 0-1,-1 0 1,0 0 0,-1 0 0,1-2 0,-1 0-3,1 1 1,-1 0 0,0 1-2,1 0 1,-1 1 0,1 0 0,-1 1 1,0 3 0,1-1-1,-1 2 2,1 1 0,-1-1 0,0 0 0,-1 1 0,-1-1 1,0-2 0,3 0 0,-1-1 0,-2-1 0,0-3 0,-1-4 0,-1-2 0,-2-6 0,0 0 0,0-2 0,-1-2 0,-1-2 0,-1-1 0,-1-1 0,-2-6 0,2-7 0,-1-3 0,1 0 0,1 0 0,3 6 0,1 4 0,1 4 0,3 9 0,5 6 0,0 4 0,1 4 0,1 0 0,1 2 0,-1 3 0,-1 0 0,0 2 0,-1 0 0,0 1 0,1 0 0,-2 0 0,0-3 0,1-1 0,0-2 0,3 1 0</inkml:trace>
  <inkml:trace contextRef="#ctx0" brushRef="#br0" timeOffset="3081">391 339 9069,'-6'0'0,"0"0"0,-1-3 0,1-1 0,0-2 0,1 0 0,1 0 0,-1-1 0,-1 0 0,0-1 0,-1-1 0,0-1 0,-1-2 0,-2 0 0,-4-3 0,-1 0 0,-2-2 0,-4 1 0,-3-3 0,-1 2 0,-3-1 0,1-1 0,-2 4 0,3 0 0,2 4 0,6 1 0,3 1 0,4 4 0,6 1 0,3 4 0,4 0 0,2 0 0,1 0 0,1 0 0,-1 0 0,4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4:42.119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52 263 9007,'-5'0'0,"1"-3"0,3 0 0,-2-3 0,0-1 0,2 1 0,-3 1 0,1 1 0,-1 0 0,1-3 0,0 1 0,0 0 0,-1-1 0,1 0 0,0-1 0,1 0 0,-1-4 0,3 1 0,0-3 0,0-1 0,0-2 0,1 0 0,1 0 0,3 0 0,1 3 0,2-1 0,0 4 0,0 2 0,2 5 0,0 1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4:42.852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29 276 8897,'-6'1'0,"1"0"0,1 1 0,-1 0 0,1-1 0,0-1 0,3 0 0,1 0 0,4-1 0,4-1 0,0 0 0,4-5 0,-2 0 0,3-2 0,-1-3 0,4-1 0,0-1 0,2-4 0,2 0 0,-3-4 0,5-2 0,0 0 0,-1 1 0,1 1 0,-1 5 0,0 3 0,0 2 0,-1 4 0,-4 3 0,-1 1 0,-1 1 0,-1 2 0,-1 3 0,-1 2 0,1 5 0,-2 1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4:57.424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52 294 9237,'-6'0'0,"0"0"0,1-2 0,1 0 0,2 1 0,0 3 0,2 2 0,0 3 0,2 1 0,1 3 0,0 1 0,1 4 0,3 4 0,-1 2 0,1 3 0,1 1 0,1 0 0,-1-1 0,2 1 0,-3-3 0,3-3 0,0-2 0,-3-3 0,1-2 0,-2-2 0,0-3 0,-2-1 0,-1-4 0,-4-3 0,-2-4-3,-3-4 0,-1 0 1,-2-2-1,0-2 0,-2 0 1,1-1 0,0 0 0,-2-3 2,0-3 0,0-2 0,1-4 0,0-5 0,-1-2 0,4-1 0,1-1 0,5 1 0,1 4 0,2-1 0,4 4 0,3 3 0,4 2 0,0 5 0,2 1 0,0 2 0,1 3 0,-1 1 0,-2 5 0,-1 2 0,0 1 0,0 2 0,0 2 0,-2 5 0,1 4 0,-3 7 0,1 1 0,-1 2 0,-3 3 0,1-3 0,-3 1 0,-1 0 0,0 0 0,1 0 0,0 3 0,0-1 0,-1-1 0,-4 0 0,-1-3 0,0-1 0,0-2 0,-1-3 0,-1-5 0,0-3 0,-1-2 0,1-4 0,-1 2 0,-1-3 0,-1-3 0,-2 0 0,0-4 0,0 0 0,0-1 0,2-2 0,2-2 0,2 0 0,0 2 0,2 0 0,4-2 0,2 2 0,3 1 0,4 0 0,3 3 0,-1 0 0</inkml:trace>
  <inkml:trace contextRef="#ctx0" brushRef="#br0" timeOffset="315">379 557 9146,'-4'6'0,"1"-1"0,0-1 0,-2 1 0,3-2 0,-2-1 0,3-4 0,-2-2 0,1-2 0,-1-3 0,-1-1 0,1-3 0,0 0 0,1-2 0,-3-2 0,2-2 0,1 0 0,-1 0 0,1-1 0,2 2 0,2 1 0,3 2 0,3 2 0,1 3 0,1 4 0,1 3 0,2 2 0,1 2 0,1 1 0,0 2 0,-2 3 0,0 1 0,0-1 0,0 2 0</inkml:trace>
  <inkml:trace contextRef="#ctx0" brushRef="#br0" timeOffset="731">610 346 9188,'-9'0'0,"-2"0"0,0 0 0,0 0 0,2-1 0,2 0 0,-1-2 0,-1-1 0,3 3 0,2-1 0,-1 1 0,0 2 0,0 1 0,1 2 0,1 2 0,1 3 0,0 2 0,-1 3 0,0 1 0,1 3 0,0-2 0,1 1 0,1 0 0,0 0 0,0 1 0,1-3 0,1-1 0,2-1 0,2-3 0,1-1 0,-1 0 0,1-3 0,1-4 0,1-1 0,1-1 0,0 0 0,2-1 0,-2 0 0,-1-2 0,2-4 0,-2 1 0,0-1 0,0 0 0,0-3 0,-3 0 0,-1 0 0,-1-1 0,-3-1 0,1-2 0,-2 2 0,-2-3 0,0 2 0,-4-2 0,-1 3 0,-3 1 0,1-1 0,-3 2 0,-2 0 0,1 1 0,-1 2 0,2 2 0,2 0 0,1 3 0,2 2 0,1 2 0,2 3 0,2 3 0,2 1 0,4 3 0,3-2 0,2-1 0,2-1 0,2-4 0,0 2 0,0-3 0</inkml:trace>
  <inkml:trace contextRef="#ctx0" brushRef="#br0" timeOffset="1528">835 423 9129,'3'-7'0,"0"1"0,-3 0 0,0-1 0,0 1 0,0-1 0,0 0 0,-1-1 0,-1 0 0,-1-1 0,-4 3 0,1-1 0,0 1 0,-3 2 0,0 0 0,-1 1 0,-2-1 0,2 3 0,0-2 0,0 3 0,0 3 0,3 1 0,-2 4 0,2 3 0,0 1 0,3 2 0,1 1 0,0 2 0,1 1 0,2 2 0,0-1 0,3-1 0,1-1 0,1 1 0,3-3 0,0-1 0,3-3 0,-1-2 0,1-3 0,0-2 0,1-1 0,1-3 0,-1 0 0,-1-3 0,0-4 0,-3-3 0,0-5 0,0-2 0,-2-1 0,0-2 0,-1-2 0,-2-1 0,0-2 0,-1-1 0,-2 1 0,-3-1 0,-1 0 0,-4-1 0,-1-2 0,-1 1 0,-1-1 0,1 3 0,0 5 0,3 6 0,1 5 0,2 7 0,-1 6 0,3 8 0,1 9 0,2 5 0,1 7 0,3-2 0,0 1 0,2 1 0,-1-3 0,1 0 0,-1 1 0,2 1 0,2-1 0,-1-2 0,0-2 0,3-6 0,-2-3 0,2-3 0,1-4 0,-1-3 0,0-5 0,-2-3 0,-1-3 0,2-1 0,-3-6 0,-2-1 0,-1-2 0,-1-5 0,1-6 0,-2-1 0,0-2 0,-1 1 0,-2 1 0,0 1 0,0 1 0,2 3 0,0 5 0,0 3 0,-1 7 0,-1 8 0,0 6 0,0 6 0,0 4 0,0 3 0,0 2 0,0 2 0,0-1 0,2-1 0,0-1 0,3-2 0,-1-2 0,2-2 0,0-3 0,1-1 0,-1-6 0,0-3 0,1-3 0,1-3 0,1-4 0,-1-2 0,-1-4 0,-1-1 0,1-2 0,-1 0 0,1-1 0,-1 4 0,0 0 0,1 4 0,-1 2 0,1 0 0,-1 4 0,0 0 0,1 3 0,-1 3 0,1 1 0,-1 4 0,1 3 0,-1 1 0,0 1 0,0-1 0,0-1 0,0-3 0,-1-3 0,7-5 0,-2-4 0</inkml:trace>
  <inkml:trace contextRef="#ctx0" brushRef="#br0" timeOffset="2030">1335 44 8997,'-3'-3'0,"2"0"0,-3 4 0,1 1 0,-1 3 0,1 5 0,0 7 0,1 5 0,-3 5 0,2 7 0,1 2 0,-1 0 0,1-2 0,2-2 0,0-2 0,0-2 0,0-1 0,0-4 0,2-4 0,0-4 0,3-8 0,-1-3 0,1-4 0,0-4 0,-1-3 0,-1-2 0,1-2 0,-1-1 0,0 1 0,2 0 0,1 1 0,0-1 0,1 0 0,-1 0 0,1 1 0,1 2 0,1 0 0,-1-1 0,1 2 0,0-1 0,0 1 0,1 0 0,-1 3 0,-1 0 0,2-1 0,0 2 0,0-2 0,-5 2 0,0 0 0,0 0 0,-1 1 0,2 2 0</inkml:trace>
  <inkml:trace contextRef="#ctx0" brushRef="#br0" timeOffset="2211">1444 275 8997,'-6'7'0,"-1"-1"0,1 0 0,-1 1 0,4 1 0,1 1 0,1 0 0,1 0 0,0 0 0,1 3 0,1 0 0,2 2 0,3 0 0,0-1 0,3 0 0,0 2 0,0 1 0,3 1 0,1-2 0,1-1 0,-2-1 0,3-1 0,-1-2 0,0-4 0,0 0 0,-2-2 0</inkml:trace>
  <inkml:trace contextRef="#ctx0" brushRef="#br0" timeOffset="2428">1611 32 8997,'0'-11'0,"0"0"0,-3 6 0,-1 1 0,1 9 0,1 6 0,1 4 0,1 4 0,0 6 0,0 2 0,0 4 0,0 1 0,1 2 0,0 1 0,2 1 0,1 1 0,0 2 0,3 0 0,1-1 0,0-2 0,1-6 0,-3-3 0,1-5 0,-1-5 0,-2-4 0,1-5 0,-4-2 0,-4-6 0,-4 0 0</inkml:trace>
  <inkml:trace contextRef="#ctx0" brushRef="#br0" timeOffset="2544">1643 564 8997,'-7'-9'0,"-2"1"0,-1-4 0,-3 1 0,0-4 0,-2-4 0,1-3 0,1-3 0,4 2 0,4 4 0,5 4 0,2 6 0,5 5 0,2 3 0,4 4 0,-1 3 0,-1 2 0,1 0 0,-1-1 0,1-1 0,1 0 0,-3-2 0,0-2 0,-1-1 0,3-1 0,-2 0 0</inkml:trace>
  <inkml:trace contextRef="#ctx0" brushRef="#br0" timeOffset="2882">1790 365 8997,'0'11'0,"0"-1"0,0 1 0,0 2 0,0 0 0,0 0 0,0 2 0,0 0 0,1-1 0,1-1 0,2 0 0,2 0 0,1-1 0,-1-1 0,1-2 0,-1-3 0,0-1 0,1-1 0,-1-3 0,1-1 0,-1-5 0,0-2 0,-2-4 0,-1-3 0,-1-2 0,0 0 0,0-2 0,-2-4 0,0-1 0,0-2 0,-3-1 0,0 1 0,-1-1 0,-1 0 0,1 1 0,-2 3 0,0 2 0,2 5 0,0 7 0,3 4 0,-1 6 0,0 4 0,2 6 0,2 6 0,2 3 0,-1 2 0,5 2 0,-1 0 0,0-1 0,3-3 0,-2-2 0,2-2 0,2-2 0,0-4 0,1-5 0,0-3 0,1-3 0,1 0 0,0-3 0,-2-1 0,0-2 0,0 0 0,0 0 0</inkml:trace>
  <inkml:trace contextRef="#ctx0" brushRef="#br0" timeOffset="3298">2047 423 8997,'6'-7'0,"1"1"0,-3 0 0,0-1 0,-1 0 0,-2-1 0,0-1 0,-1 0 0,0-1 0,-3 0 0,-1 0 0,-3 1 0,-1 0 0,0 0 0,-3 4 0,0 0 0,1 3 0,0 1 0,3 3 0,-1 2 0,2 5 0,0 5 0,3 4 0,1 2 0,-1 4 0,1 1 0,2 0 0,2-1 0,0 0 0,4-5 0,-1 1 0,4-2 0,1-5 0,3-3 0,2-6 0,0-1 0,0-3 0,-1-4 0,1-5 0,-2-5 0,-3-4 0,2-3 0,-4-1 0,-1-1 0,-2-1 0,0 2 0,-2 0 0,0 3 0,0 2 0,0 3 0,-1 5 0,-1 4 0,3 8 0,-1 4 0,1 3 0,0 2 0,3 3 0,-1 0 0,1 2 0,-1-3 0,0 2 0,1-1 0,-1 0 0,3 0 0,1-3 0,1-2 0,0-1 0,-1-5 0,1-2 0,1-2 0,1-2 0,-2-2 0,2-5 0,-1-1 0,0-2 0,1-4 0,0-1 0,-1-1 0,-2 1 0,2-1 0,-2 3 0,1 1 0,0 3 0,-3 5 0,0 4 0,-1 2 0,0 5 0,-2 4 0,0 9 0,-1 2 0,-1 2 0,1 2 0,-1-1 0,1-1 0,0 6 0,2-1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5:02.040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0 10 9030,'0'-4'0,"0"-1"0,0 5 0,0 0 0,0 3 0,1 4 0,0 1 0,2 3 0,2 2 0,-1 4 0,1 3 0,2 2 0,-1 4 0,1 5 0,-1 2 0,1 4 0,0 7 0,1 5 0,0 4 0,0 0 0,-1-3 0,-1-5 0,1 0 0,-1 0 0,1-4 0,-1-4 0,1-6 0,-1-4 0,0-6 0,1-6 0,-1-5 0,1-3 0,-3-4 0,0-3 0,1 0 0,-2-2 0,-1-3 0,-1-3 0,-1-2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5:02.88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45 25 9134,'0'-6'0,"0"-1"0,0 1 0,0 2 0,0 3 0,0 5 0,0 5 0,0 2 0,0 3 0,0 4 0,0 3 0,0 3 0,0 3 0,0 0 0,0 3 0,-3 3 0,0 3 0,-2 6 0,1 3 0,0 3 0,-3 1 0,1-2 0,0-4 0,2-6 0,2-8 0,1-7 0,1-5 0,4-7 0,1-3 0,4-3 0,1-1 0,-1-2 0,1-2 0,2-2 0,0 0 0,1-2 0,-1-2 0,2-1 0,1 0 0,1-1 0,2 2 0,1-1 0,1 0 0,0 0 0,2 1 0,1 0 0,1 1 0,-1 0 0,-2-1 0,1 1 0,-3-1 0</inkml:trace>
  <inkml:trace contextRef="#ctx0" brushRef="#br0" timeOffset="422">481 352 9250,'-10'0'0,"-1"0"0,2-2 0,1-1 0,-1 0 0,1-2 0,0-1 0,0 0 0,-1-1 0,2 1 0,-2-1 0,0 1 0,1 0 0,-1 2 0,3 2 0,0 3 0,-1 3 0,1 4 0,0 7 0,1 2 0,1 4 0,2 2 0,0 3 0,1-1 0,1 1 0,3-3 0,0-2 0,2-2-2,2-2 1,3-2-1,0-4 1,0-3-1,1-3 1,-1-2 0,1-4-1,0-1 1,1-2 1,-1-5 0,-1-2 0,-1-4 0,-1-2 0,1-3 0,0-2 0,-1-1 0,-1-1 0,-3-1 0,0 1 0,-2 2 0,0 2 0,-1 3 0,-1 6 0,0 8 0,-1 8 0,-1 7 0,0 4 0,0 3 0,2 1 0,0 0 0,0 2 0,0-1 0,1-2 0,1-2 0,2-2 0,2-2 0,1-1 0,2-1 0,1-2 0,2-5 0,1-1 0,0-3 0</inkml:trace>
  <inkml:trace contextRef="#ctx0" brushRef="#br0" timeOffset="954">731 339 9237,'-8'-2'-3,"-1"-1"1,1 0-10,1-2 1,1 1 0,0 0 0,1 0-5,1 0 1,0 1 0,-1 1 8,1 0 1,2 1 0,-2 4-1,1 3 5,-1 4 0,3 2 1,-1 2-1,1 1 2,1 2 0,0 1 0,0 1 0,0 0 0,0-2 0,3-1 0,1-3 0,2-1 0,0-2 0,3-3 0,0-5 0,0-1 0,1-1 0,1-4 0,-1-2 0,0-5 0,-1-3 0,0-3 0,-1-3 0,-1-1 0,-2-3 0,0 2 0,-2 0 0,-2 1 0,0 0 0,-6 0 0,-2 4 0,-1 3 0,-1 2 0,0 6 0,-2 4 0,3 2 0,1 2 0,1 5 0,2 6 0,1 7 0,3 5 0,0 6 0,0 5 0,0 0 0,3 0 0,1-2 0,4 1 0,1 0 0,1 1 0,-1 0 0,1 0 0,1 0 0,-1 0 0,1 0 0,-1-7 0,-2-6 0,-1-6 0,0-4 0,-5 0 0,0 0 0,-1 0 0,-5-3 0,-2 0 0,-2 0 0,-2-3 0,-3 0 0,-2-3 0,0-2 0,-1-4 0,0-5 0,-3-6 0,-1-4 0,-2-4 0,3 1 0,0-3 0,3 1 0,3 1 0,3 2 0,4 3 0,3 2 0,2 3 0,7 5 0,3-1 0,3 2 0,3 2 0,1-3 0,6 3 0,1-4 0</inkml:trace>
  <inkml:trace contextRef="#ctx0" brushRef="#br0" timeOffset="1516">969 532 9068,'-7'2'0,"1"0"0,-1 0 0,4-2 0,0-3 0,4-2 0,1-2 0,2-4 0,2-4 0,0-2 0,1-2 0,-1-3 0,-2-3 0,1-5 0,-1-1 0,0 1 0,-2 5 0,-2 7 0,0 4 0,0 5 0,0 5 0,-2 5 0,-1 5 0,0 4 0,1 5 0,-2 2 0,1 4 0,-1 3 0,3-2 0,-2 2 0,1-1 0,-1 0 0,1 1 0,2-2 0,0-2 0,0-2 0,0-3 0,1-2 0,1-1 0,2-1 0,2-2 0,1-3 0,1-2 0,1-2 0,1-1 0,-2-1 0,1 0 0,0-1 0,0-1 0,1-2 0,0-3 0,0 0 0,-3-2 0,2 4 0,-2 0 0,-1-1 0,3 1 0,0-1 0,-2 1 0,1 1 0,-1 2 0,0 0 0,2 1 0,-1 1 0,0 0 0,0 0 0,0 0 0,0 0 0,-1 0 0,-1 0 0,2 0 0,0 0 0,-1 0 0,2 0 0,-2 0 0,-1 0 0,-1 0 0,-1-2 0,0-1 0,0 0 0,1-1 0,-3-3 0,-1-1 0,0-1 0,-1-4 0,0-2 0,0-2 0,0-6 0,-3-2 0,0-2 0,-2 0 0,1 0 0,3 1 0,-1 3 0,1 5 0,1 4 0,3 5 0,2 4 0,2 3 0,1 2 0,4 0 0,-2 2 0,3 1 0,-1 0 0,1-1 0,0 2 0,0-1 0,0-2 0,-1 0 0,1-1 0,0 0 0</inkml:trace>
  <inkml:trace contextRef="#ctx0" brushRef="#br0" timeOffset="2067">719 1045 9128,'-5'-6'0,"-2"-1"0,2 4 0,0-3 0,2 2 0,1 2 0,-1 2 0,1 5 0,4 6 0,1 2 0,0 5 0,1 2 0,3 7 0,0 2 0,1 3 0,0 5 0,2 0 0,0 1 0,0-3 0,0-4 0,2-3 0,-2-2 0,2 0 0,-2-5 0,0-3 0,-1-2 0,-1-4 0,-1 0 0,-1-3 0,1-2 0,-1 0 0,-2-3 0,-1-1 0</inkml:trace>
  <inkml:trace contextRef="#ctx0" brushRef="#br0" timeOffset="2517">674 1475 9128,'-5'3'0,"1"1"0,0-1 0,-3 2 0,4-4 0,4 0 0,4-4 0,3-1 0,0-1 0,2-2 0,1-3 0,1 1 0,1 0 0,2-3 0,2 2 0,0 0 0,0-1 0,0 1 0,3-1 0,1 1 0,0 0 0,0 2 0,-4 2 0,-2 2 0,-2 2 0,-1 1 0,-1 2 0,-3 1 0,-3 2 0,1 2 0,-3 0 0</inkml:trace>
  <inkml:trace contextRef="#ctx0" brushRef="#br0" timeOffset="3003">674 1481 9119,'-4'-3'0,"1"3"0,3 0 0,3 3 0,1 4 0,3 0 0,1 1 0,2 0 0,1 3 0,0 0 0,0 1 0,2 1 0,2 0 0,2 0 0,2 0 0,-2-1 0,0 1 0,0-1 0,-1-1 0,2 1 0,-3-2 0,-1 1 0,-3 0 0,0-6 0,-2 1 0,-1-2 0,-1-3 0,-4-1 0,0-3 0,-1-3 0,1-4 0,1-2 0,-2-2 0,-1-1 0,0-2 0,1-4 0,0-3 0,0-2 0,-1-4 0,-1 0 0,0-4 0,0 2 0,0 2 0,-3 2 0,1 6 0,-2 5 0,0 8 0,-1 11 0,1 3 0,3 8 0,-1 0 0,1 0 0,1 1 0,0-1 0,3 2 0,0 2 0</inkml:trace>
  <inkml:trace contextRef="#ctx0" brushRef="#br0" timeOffset="3934">712 1526 9114,'-3'6'0,"3"-1"0,-3-1 0,3 1 0,0 1 0,0 2 0,3 1 0,1-1 0,2 1 0,0 0 0,0 0 0,1 1 0,1-2 0,1-2 0,-1-1 0,-1-1 0,1-2 0,1 0 0,-1-1 0,-1-1 0,-1-3 0,-2-2 0,-1-4 0,0-4 0,-3 0 0,2-4 0,-4-1 0,-2-1 0,-2 0 0,0 0 0,-1 0 0,-2-1 0,-1 1 0,-2 1 0,1 0 0,0 4 0,3 4 0,0 3 0,1 5 0,3 3 0,1 4 0,3 6 0,1 5 0,1 4 0,2 3 0,3 1 0,1 1 0,0-2 0,3-2 0,-2 0 0,1-1 0,1-3 0,2-4 0,-1-3 0,1-1 0,0-4 0,-1-1 0,0-5 0,-2-3 0,-1-2 0,-1-6 0,-4 0 0,-1-4 0,0-2 0,-3-1 0,2-4 0,-1 1 0,-1-1 0,-2 1 0,-1 0 0,0 2 0,-2 1 0,1 7 0,0 1 0,0 9 0,0 6 0,2 5 0,1 6 0,2 3 0,1 2 0,2 1 0,-1 3 0,3-2 0,-2-1 0,1-1 0,-1-1 0,2-2 0,-2-1 0,1-2 0,0-4 0,0-5 0,0-3 0,-3-6 0,1-4 0,-3-4 0,0-3 0,0-4 0,-2-2 0,-1-3 0,0-1 0,-2 0 0,-1-1 0,-1 0 0,-2 1 0,3 5 0,-1 3 0,2 5 0,0 4 0,2 5 0,1 6 0,1 7 0,4 5 0,1 7 0,2 1 0,0 2 0,1 1 0,-1-1 0,1 0 0,-1 0 0,0-2 0,1-3 0,-1-1 0,1-3 0,-1-6 0,0-4 0,0-3 0,-2-8 0,-1-6 0,-3-5 0,0-4 0,0-3 0,0-2 0,0-2 0,-2-1 0,0-1 0,0 1 0,-1-1 0,2 3 0,-1 5 0,1 4 0,1 5 0,0 6 0,0 7 0,0 5 0,1 6 0,1 6 0,0 2 0,2 4 0,-2 3 0,2 2 0,-1 0 0,1 1 0,-2 2 0,2-2 0,-2-2 0,0-4 0,1-4 0,0-2 0,-1-3 0,1-4 0,-1-6 0,-2-5 0,0-4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5:13.23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334 17 8964,'-5'-1'0,"0"-1"0,0 0 0,3-2 0,-1 2 0,1-2 0,2 2 0,-3 2 0,3 5 0,-1 4 0,-1 4 0,0 4 0,-2 6 0,-1 6 0,-1 4 0,0 7 0,0 7 0,-1 3 0,1 6 0,-1 4 0,1 2 0,0-2 0,2-6 0,1-5 0,4-11 0,1-3 0,2-3 0,2-2 0,0-7 0,2-7 0,0-5 0,-1-7 0,2-1 0,-3-3 0,-2-3 0,-1-6 0,-6-4 0,0-7 0</inkml:trace>
  <inkml:trace contextRef="#ctx0" brushRef="#br0" timeOffset="504">71 658 9017,'0'-6'0,"-2"2"0,1-2 0,-3 6 0,6 0 0,3 4 0,4 4 0,1 1 0,1 0 0,3 1 0,1 1 0,0-1 0,2 1 0,1-1 0,2-2 0,1 1 0,1-2 0,1-1 0,0-2 0,0-2 0,-1-1 0,-2-1 0,-2 0 0,-1 0 0,-2 0 0,-4 0 0,-2-1 0,-2-1 0,-4-2 0,0-2 0</inkml:trace>
  <inkml:trace contextRef="#ctx0" brushRef="#br0" timeOffset="1083">14 716 9041,'0'-7'0,"-3"-1"0,-1-1 0,1 2 0,1-1 0,1 2 0,1 0 0,0-1 0,0 4 0,1 3 0,1 4 0,2 2 0,2 3 0,0 2 0,1 1 0,-1 0 0,1 4 0,1 1 0,1 0 0,1 0 0,-2 0 0,1 2 0,0 1 0,-1 1 0,4 3 0,-2 4 0,0 2 0,1 4 0,0-1 0,2 1 0,-1-2 0,-2-2 0,3-5 0,-3-6 0,0-4 0,-2-4 0,-1 0 0,0-4 0,-1-4 0,-2-3 0,-2-4 0,-2-5 0,0-2 0,0-3 0,0 0 0,0-2 0,0 0 0,-2 1 0,0-2 0,1-1 0,0 0 0,2-2 0,0-2 0,3-1 0,1 1 0,1-3 0,6 3 0,0 1 0,3 1 0,2 1 0,-2 6 0,-1 4 0,-1 3 0,-3 3 0,-1 3 0,-2 0 0,-3 1 0,-2 1-3,-1 2 0,-4-1 0,-2-1 3,0-1 0,-5 2 0,0 0 0</inkml:trace>
  <inkml:trace contextRef="#ctx0" brushRef="#br0" timeOffset="3188">123 786 9023,'-1'-16'0,"0"1"0,-2 2 0,-1 0 0,1 1 0,0 1 0,-2 4 0,-1 5 0,3 7 0,0 2 0,3 2 0,0 2 0,0 4 0,0 0 0,0 2 0,0 1 0,3-2 0,0 2 0,1 1 0,1 2 0,-1 0 0,2-2 0,1 1 0,-1 2 0,1 0 0,-1 1 0,0-1 0,1-2 0,-1-4 0,-2-1 0,0-2 0,-1-3 0,1-4 0,-2-6 0,0-3 0,-2-7 0,-2-3 0,-3-6 0,0-4 0,-2-4 0,0-3 0,-1-2 0,0 0 0,-4 2 0,2 0 0,0 0 0,-1-2 0,0-1 0,-1 1 0,1 4 0,3 5 0,1 6 0,0 9 0,4 10 0,1 11 0,4 5 0,2 3 0,2 4 0,1 3 0,1-3 0,0-1 0,3-1 0,-2 1 0,-1 0 0,1 0 0,-2 0 0,3 1 0,-2-2 0,1 1 0,2 1 0,-3-3 0,0-2 0,-1-5 0,-1-4 0,-1-2 0,-1-3 0,1-2 0,-2-2 0,-1-4 0,-1-3 0,-1-3 0,0-2 0,0-5 0,-1-3 0,-1-3 0,0-2 0,-2-6 0,-1-1 0,-1-2 0,-2 0 0,-1 3 0,1 1 0,-1-1 0,1 0 0,1 4 0,1 5 0,2 6 0,2 7 0,0 9 0,1 5 0,2 9 0,1 8 0,2 1 0,3 3 0,1 2 0,0 1 0,0 1 0,-1 1 0,0-1 0,-1 0 0,0 1 0,1-1 0,-1-5 0,1-7 0,-1-5 0,1-4 0,-2-3 0,0-7 0,-3-5 0,-2-2 0,0-6 0,0-1 0,0-4 0,0-2 0,0-3 0,0-4 0,-2-2 0,0-2 0,1 1 0,0 0 0,1 2 0,0 3 0,1 2 0,1 2 0,-1 5 0,3 6 0,-1 3 0,1 1 0,-1 4 0,2 5 0,0 2 0,-4 5 0,1 0 0,-1 3 0,-1 3 0,0 3 0,0 1 0,0 3 0,0 1 0,0 0 0,0 1 0,0 0 0,0-1 0,0 0 0,0-1 0,0-4 0,0-2 0,0-3 0,1-5 0,1-4 0,-1-3 0,1-8 0,-2-3 0,0-4 0,0-3 0,0-3 0,0-3 0,0-2 0,0-4 0,0-1 0,0 1 0,0-2 0,0 1 0,1 2 0,1 2 0,0 2 0,1 6 0,0 3 0,-1 1 0,1 7 0,1 2 0,-1 3 0,0 5 0,-3 3 0,0 3 0,0 1 0,0 3 0,-1 1 0,0 3 0,-1 3 0,-2 0 0,1 2 0,0-1 0,0 0 0,-1 2 0,1-2 0,0-1 0,0-3 0,0-3 0,2-4 0,-1-1 0,0-2 0,2-5 0,0-4 0,0-4 0,0-2 0,2 0 0,0-4 0,1-1 0,1-3 0,0-3 0,0-2 0,3-1 0,1-1 0,0-3 0,2 1 0,-2 0 0,2-1 0,0 2 0,2 0 0,-3 5 0,0 2 0,0 2 0,-1 5 0,-4 1 0,-1 10 0,-3 2 0,0 4 0,-3 2 0,2 4 0,-3 2 0,-1 2 0,-1 3 0,0 1 0,1 2 0,1 0 0,-1-1 0,2 1 0,-1-3 0,0 1 0,1-4 0,1-3 0,0-4 0,2-1 0,0-2 0,0-6 0,0-3 0,0-5 0,0-5 0,0-1 0,0-3 0,0-4 0,0 0 0,0-4 0,0 0 0,2-1 0,1-1 0,0 1 0,2 1 0,-1-2 0,2 3 0,1 0 0,0 1 0,1 4 0,0 2 0,1 2 0,-2 4 0,1 1 0,-2 3 0,0 2 0,-2 4 0,-2 3-1,-1 3 1,-3 0 0,-1 2 0,-1 2-1,-1 0 0,0 1 0,0 0 1,-1 1-1,-1 1 0,-1 3 0,1-1 0,1 2 1,0 0 0,-1 0 0,-1 1 0,-2-1 0,0 0 0,3-1 0,-1-2 0,2-4 0,2-2 0,2-4 0,0-2 0,4-6 0,3-2 0,0-5 0,2-4 0,-1-3 0,1-3 0,1-4 0,1-2 0,0-3 0,-1-2 0,2 1 0,0 1 0,2 2 0,-3 0 0,0 1 0,1-1 0,-2 6 0,-2 4 0,-1 4 0,-1 3 0,-2 5 0,-1 5 0,-2 6 0,-4 5 0,0 6 0,-3 4 0,0 1 0,-3 3 0,1 3 0,0 3 0,0 0 0,0 0 0,2 2 0,-2 1 0,1-3 0,1-4 0,1-4 0,0-6 0,1-4 0,2-3 0,1-4 0,1-6 0,0-3 0,1-5 0,-1-2 0,1-4 0,-1-2 0,0-2 0,1-3 0,1-3 0,1-4 0,1-4 0,0 3 0,3-4 0,1 3 0,2 2 0,3 1 0,-1 3 0,1 3 0,0 4 0,-1 4 0,0 6 0,-1 2 0,-2 2 0,-1 4 0,-2 3 0,-2 4 0,-1 3 0,-2 2 0,-1 3 0,-2 2 0,-2 1 0,-1 1 0,-1 2 0,-1 2 0,-1 0 0,1 0 0,-1-2 0,-1-1 0,1 0 0,-2-4 0,2 0 0,0-4 0,1-4 0,2-5 0,1-3 0,-1-1 0,4-4 0,1-1 0,1-3 0,1-1 0,3-5 0,1-4 0,2-2 0,0 0 0,4 0 0,0 0 0,2-1 0,1 1 0,0 0 0,0 0 0,0-1 0,-1 1 0,1 2 0,-1 1 0,-1 1 0,-2 3 0,-2 5 0,-7 10 0,-4 8 0,-6 6 0,-2 6 0,-1 4 0,-2 6 0,-2 1 0,1 0 0,-2 0 0,2-1 0,1-2 0,-1 1 0,4-5 0,3-2 0,3-5 0,2-4 0,1-6 0,6-4 0,2-3 0,2-5 0,4-5 0,4-6 0,1-8 0,4-6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5:08.98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13 150 9036,'-3'-4'0,"-1"2"0,1-1 0,0 2 0,4-3 0,2 2 0,3-2 0,6-2 0,4 0 0,3-1 0,5 1 0,1 0 0,2-1 0,0 1 0,2-1 0,1 1 0,-1 0 0,-1-1 0,-3 1 0,-1 1 0,-3 2-1,-1 0 1,-1 1 0,-3 3 0,-2 1-5,-3 2 1,-5 4-1,-1 1 5,-1 1 0,-2-2 0,-2 1 0</inkml:trace>
  <inkml:trace contextRef="#ctx0" brushRef="#br0" timeOffset="298">257 73 9006,'0'-10'0,"-1"1"-1,-1 2 1,1-1 0,-1-1 0,2 1-7,0 1 1,-3 1 1,1-1 1,0 5 3,2 4 1,0 5 0,0 6 0,0 2 0,0 2 0,0 5 0,1 1 0,0 0 0,1 1 0,1-1 0,-1 3 0,0 0 0,-1 2 0,2 2 0,0 4 0,0 2 0,0 2 0,1-2 0,-1-3 0,0-2 0,2-3 0,0-3 0,0-2 0,0-3 0,2-5 0,0-4 0,1-3 0,0-3 0,-2-5 0,0-4 0</inkml:trace>
  <inkml:trace contextRef="#ctx0" brushRef="#br0" timeOffset="684">475 503 8901,'0'6'0,"0"-2"0,0 1 0,0 0 0,-1 0 0,-1 2 0,2-4 0,-3 0 0,3-6 0,0-1 0,0-2 0,0 0 0,-2-1 0,-1-2 0,1-1 0,-1-3 0,2-3 0,-3-2 0,2-4 0,0-1 0,2 1 0,2-2 0,3 3 0,0 4 0,5 2 0,0 4 0,2 3 0,1 3 0,2 3 0,1 5 0,0 3 0,2 4 0,0 2 0,-1 1 0,1 0 0,-1 0 0</inkml:trace>
  <inkml:trace contextRef="#ctx0" brushRef="#br0" timeOffset="1230">757 349 8901,'-3'-4'0,"-1"2"0,-2 1 0,0-1 0,0 0 0,-1-1 0,1-1 0,-1 0 0,3 1 0,0-2 0,-1 1 0,-1 1 0,0-1 0,-1 2 0,1 1 0,0 0 0,-1 2 0,1 1 0,0 5 0,2 3 0,-1 6 0,3 2 0,0 3 0,1 2 0,1-1 0,1 0 0,1 0 0,3-4 0,3 1 0,3-5 0,1-2 0,1-5 0,0-4 0,-1-4 0,1-1 0,-3-5 0,2-2 0,-4-4 0,0 0 0,-1-2 0,-1-2 0,-2-2 0,-1 0 0,0 0 0,-2 1 0,1 2 0,-2 0 0,0 2 0,1 4 0,1 5 0,0 7 0,0 5 0,-1 8 0,0 2 0,1 1 0,2 2 0,-1-1 0,1-1 0,1-1 0,0-2 0,2-4 0,-1-2 0,1-2 0,0-2 0,1 0 0,0-4 0,0-2 0,-1-5 0,0-4 0,-1-1 0,0-3 0,0-2 0,-1 0 0,-1 0 0,1-2 0,0 1 0,0 0 0,0 1 0,0 2 0,-2 0 0,1 8 0,1 2 0,-1 6 0,0 5 0,-1 4 0,1 5 0,0 2 0,2 3 0,0-2 0,-2-2 0,2 1 0,-2-3 0,3-1 0,1 0 0,-1-4 0,3-1 0</inkml:trace>
  <inkml:trace contextRef="#ctx0" brushRef="#br0" timeOffset="1597">1072 464 8821,'-13'0'0,"0"0"0,1 0 0,1 0 0,3 1 0,3 1 0,5-1 0,5 2 0,1-1 0,3 0 0,-2 2 0,4-2 0,1 0 0,2-2 0,0 0 0,2 0 0,-1 0 0,2 0 0,0 0 0,0 0 0,0 0 0,-1 0 0,3-2 0,-2-2 0,1 0 0,-1 0 0,-1-3 0,-4-1 0,-2 0 0,-1 1 0,-5-2 0,-2 0 0,-1 2 0,-2-1 0,-1-1 0,-2 2 0,-5-1 0,-1 0 0,-2 1 0,-1-2 0,-1-4 0,-1-3 0,2-5 0,-2-1 0,2 0 0,2 0 0,2 0 0,3 5 0,2 2 0,2 4 0,3 7 0,2 4 0,4 3 0,3 4 0,1 1 0,1 1 0,1 1 0,0-2 0,0 2 0,-1 0 0,1-3 0,0 1 0,0-2 0,0 3 0,0 1 0</inkml:trace>
  <inkml:trace contextRef="#ctx0" brushRef="#br0" timeOffset="2196">1444 330 8853,'-1'-6'0,"-1"2"0,0-2 0,-1 2 0,0-2 0,2-1 0,-2 1 0,1 0 0,-1 3 0,3 3 0,3 5 0,-1 5 0,0 1 0,1 3 0,0 3 0,1 1 0,0 2 0,-1 1 0,1 2 0,-2 0 0,0-1 0,1 3 0,-2 0 0,2 3 0,-1 2 0,0 1 0,1 1 0,-1-3 0,2-3 0,-1-4 0,3-6 0,-2-3 0,-1-4 0,2-6 0,-3-4 0,0-6 0,-2-2 0,0-2 0,0-2 0,-2 0 0,-3-2 0,0-2 0,-2-5 0,1-1 0,2-2 0,-3-3 0,2 0 0,0-2 0,-1-3 0,1-1 0,1-3 0,2 4 0,1 2 0,3 3 0,1 6 0,4 6 0,3 7 0,0 4 0,3 5 0,1 1 0,1 1 0,-2 2 0,2 2 0,-1 1 0,-2 2 0,1 1 0,0 2 0,-1 0 0,-1 1 0,-2-2 0,-2 5 0,-2 0 0,0 1 0,0 1 0,-3 1 0,-1-2 0,0-2 0,-2 1 0,-1-2 0,-2-1 0,-2-2 0,0-3 0,-1 0 0,-1-3 0,-1 0 0,-2-4 0,0 1 0,-1-4 0,-1-2 0,0-5 0,-2-1 0,0-2 0,1-1 0,1-1 0,0 0 0,2-1 0,0 1 0,4 3 0,1 2 0,3-1 0,4 4 0,3-1 0,5 3 0,5 1 0,2 1 0,3 2 0</inkml:trace>
  <inkml:trace contextRef="#ctx0" brushRef="#br0" timeOffset="2863">1790 387 8766,'-6'0'0,"-1"0"0,1 0 0,-1 0 0,1 0 0,0 0 0,-1 0 0,1 0 0,-1 0 0,1 0 0,-1 0 0,1 0 0,0 0 0,-1 0 0,3 0 0,0 0 0,-1 0 0,-1 0 0,2 2 0,0 1 0,1 1 0,-1 1 0,2 3 0,-2 1 0,1 0 0,2 1 0,0 0 0,2 1 0,1 2 0,2-1 0,2 1 0,1-2 0,2-1 0,1-1 0,3-1 0,-1 1 0,1-3 0,0-2 0,0-3 0,2-1 0,0-1 0,-1-1 0,0-2 0,-2-5 0,1-1 0,-3-2 0,2-1 0,-4 0 0,-1-1 0,-2-1 0,0 3 0,-3-2 0,0 0 0,-1 0 0,-2 1 0,-1-1 0,-3 1 0,-3 0 0,-1-1 0,-3 6 0,2 1 0,-2 2 0,2 5 0,0 7 0,0 6 0,0 3 0,5 2 0,-2 2 0,2-1 0,2 0 0,0-2 0,3 0 0,0-2 0,0 0 0,3-5 0,2-1 0,2-3 0,4-1 0,-1-3 0,1-2 0,-1 0 0,0-2 0,2-2 0,-4-2 0,0-1 0,-3 1 0,0-3 0,-3 1 0,0 0 0,1 1 0,-3 0 0,2 1 0,-1-1 0,-1 1 0,0 0 0,0-1 0,0 0 0,0-1 0,0 0 0,0 0 0,0 0 0,0-1 0,0-2 0,0-3 0,0 0 0,0-4 0,0 1 0,0-2 0,2 2 0,1 1 0,1 0 0,1 2 0,3 3 0,0 3 0,0 3 0,-1 3 0,2 1 0,-1 1 0,1 1 0,0 1 0,-2 2 0,2 3 0,1 1 0,0 0 0,2 1 0,-1-4 0,0 0 0,0 0 0,1-1 0</inkml:trace>
  <inkml:trace contextRef="#ctx0" brushRef="#br0" timeOffset="3113">2149 79 8766,'-6'-12'0,"-1"2"0,1 1 0,0 5 0,-1 2 0,3 6 0,0 3 0,1 2 0,-1 3 0,3 3 0,-1 1 0,0 1 0,0 0 0,1 1 0,-1 3 0,1 0 0,1 0 0,1 4 0,1 3 0,3 4 0,0 5 0,2-3 0,-1 4 0,1-3 0,-1-4 0,0-4 0,1-5 0,0-2 0,1-4 0,0-2 0,-1-3 0,-1-3 0,-2-1 0,1-3 0,-2-7 0,0-4 0</inkml:trace>
  <inkml:trace contextRef="#ctx0" brushRef="#br0" timeOffset="3296">2098 464 8766,'-13'-6'0,"1"-1"0,1 2 0,3 0 0,4 0 0,4 3 0,4 1 0,2 0 0,3 1 0,1 0 0,2 0 0,4 0 0,1 0 0,0 0 0,0 0 0,-2-2 0,1 0 0,0 0 0,1-1 0,-1 1 0,1-1 0,-2 0 0,-1 2 0,-1 0 0,2 0 0,-1 0 0,-2-1 0,0 0 0,-3 2 0,-1 0 0,-1 2 0,-1 2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5:30.267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31 426 9099,'-4'-15'0,"-1"4"0,-3-3 0,2 2 0,2 2 0,1 5 0,4 1 0,1 9 0,2 5 0,2 6 0,1 8 0,4 6 0,2 5 0,1 6 0,4 8 0,0 1 0,4 5 0,2 2 0,3 1 0,-2 3 0,2-2 0,1-1 0,-2-4 0,2 0 0,0-1 0,-3-11 0,0-2 0</inkml:trace>
  <inkml:trace contextRef="#ctx0" brushRef="#br0" timeOffset="567">31 436 9107,'-9'-4'0,"2"-3"0,-1 1 0,5-1 0,1-1 0,1-1 0,1-1 0,0-2 0,1-1 0,2-4 0,4-3 0,5-2 0,3 0 0,1-2 0,1 0 0,5 3 0,1 1 0,1-1 0,3 9 0,-2 2 0,0 5 0,0 3 0,3 9 0,-4 8 0,0 8 0,1 8 0,-3 3 0,1 5 0,-1-1-2,-1 0 1,-4 2 0,-1 1 0,0 2-4,0 1 1,-4 2 0,2 0 0,-1-3 0,0-5 1,-1-6 0,0-1 0,-3-6-1,-2-3 1,-5-5 0,2-1 0,-3-1 0,-1-3 0,-3 3 0,-2 0 0,-1 0 0,-2 0 1,-1 3 0,-1-2 0,1 1 1,2 0 0,-2-3 0,2 2 1,-2-2-1,-1-5 1,-1 1 0,1-4 0,0-1 0,-1-1 0,0-3 0,-3-1 0,-2 0 0,0 0 0,-4-8 0,1-4 0,-5-2 0,-3-5 0,0 0 0,-4-2 0,2 1 0,1-1 0,3 4 0,5 1 0,0 2 0,3 1 0,2 2 0,5 0 0</inkml:trace>
  <inkml:trace contextRef="#ctx0" brushRef="#br0" timeOffset="1183">842 847 8939,'-9'10'0,"2"0"0,-6-1 0,0-1 0,-1-1 0,6-1 0,-2 1 0,1-4-1,5-2 1,4-6 0,6-6 0,5-5-1,2-3 0,2-3 1,3-3-1,0-4 1,0-4 0,1-7 0,2 0 0,-2-4 0,-2 1 0,-2 2 0,-5 3 0,-1 4 0,-2 2 0,-3 12 0,-8 6 0,-3 8 0,-6 11 0,-4 6 0,-3 9 0,0 6 0,3 8 0,-1 5 0,0 5 0,-1 8 0,2-6 0,1 2 0,2-4 0,5-3 0,-1-4 0,4 0 0,0-3 0,3-4 0,6-4 0,4-7 0,3-2 0,4-3 0,2-7 0,6-4 0,1-1 0,0-2 0,6-8 0,-2-4 0,3-3 0,5-6 0,2-6 0</inkml:trace>
  <inkml:trace contextRef="#ctx0" brushRef="#br0" timeOffset="1551">1161 898 8848,'-11'10'0,"-2"4"0,-2 0 0,0-3 0,0-3 0,5-3 0,3-5 0,9-1 0,3-3 0,6-3 0,2-3 0,5-3 0,3 0 0,1-1 0,1-1 0,2 3 0,0-5 0,2-2 0,-3 5 0,2-1 0,-1 1 0,-1-1 0,1-1 0,-3 4 0,1-2 0,-5 3 0,0 1 0,-4 4 0,-6 1 0,-9 5 0,-7 1 0,-5 3 0,-6-3 0,-1 2 0,-3-2 0,1-1 0,-3-5 0,-1-6 0,0-5 0,-2-3 0,3-3 0,1-1 0,3 0 0,4 0 0,3 2 0,7 4 0,4 3 0,2 3 0,2 4 0,4 1 0,5 2 0,6 2 0,3 0 0,2 2 0,-1 0 0,1 0 0,3 0 0,0 0 0,-1 0 0,-2 0 0,4 0 0,2 0 0</inkml:trace>
  <inkml:trace contextRef="#ctx0" brushRef="#br0" timeOffset="2117">1797 600 8861,'-6'0'0,"-3"0"0,2 0 0,-1-1 0,0-2 0,2-4 0,3-3 0,-1-4 0,0-2 0,1 0 0,-2-3 0,3 2 0,-2-3 0,-2 0 0,2 0 0,-2 2 0,-1 2 0,1 1 0,-2 5 0,3 4 0,0 2 0,-3 1 0,2 2 0,0 2 0,1 3 0,-1 3 0,3-1 0,-3 4 0,0 1 0,0 0 0,3 5 0,-3 1 0,1 3 0,-1 0 0,2 6 0,-1 1 0,0 3 0,3 0 0,1-2 0,1-1 0,0 0 0,0 0 0,4-3 0,3-7 0,2-5 0,2-4 0,0-3 0,2-5 0,1-1 0,2-3 0,-3-3 0,2-6 0,-2-4 0,1-3 0,-1-1 0,-5-2 0,-3-2 0,0-2 0,-1 5 0,-1-2 0,0 3 0,-1 4 0,-2 3 0,-3 8 0,-4 2 0,1 5 0,0 6 0,-1 4 0,-3 10 0</inkml:trace>
  <inkml:trace contextRef="#ctx0" brushRef="#br0" timeOffset="2916">1633 457 8861,'-10'-6'0,"3"-3"0,0 2 0,-1-2 0,3 3 0,1 2 0,4 9 0,0 4 0,0 5 0,0 2 0,1 5 0,2 4 0,3 1 0,0 2 0,3 2 0,-2 1 0,2 0 0,1-2 0,0-1 0,1-3 0,-1-6 0,0-2 0,0-3 0,1-7 0,-1-4 0,0-2 0,-4-6 0,-3-6 0,3-8 0,0-7 0</inkml:trace>
  <inkml:trace contextRef="#ctx0" brushRef="#br0" timeOffset="3100">1499 25 8861,'-17'-6'0,"0"-1"0,1 4 0,0-1 0,6-1 0,4 5 0,6 0 0,0 6 0,1 8 0,3 3 0,4 5 0,4 5 0,1 0 0,4 9 0,1-2 0,2 0 0,0 4 0,1-5 0,-1-2 0,1-3 0,-1-8 0,1 0 0,4-2 0,1 3 0</inkml:trace>
  <inkml:trace contextRef="#ctx0" brushRef="#br0" timeOffset="3700">1961 590 8861,'-9'-1'0,"2"-2"0,4-4 0,2-6 0,1-3 0,-1-2 0,-3-4 0,3-2 0,-3 0 0,-1-2 0,-2 0 0,-3-2 0,-3 7 0,-1 3 0,-2 2 0,2 3 0,-2 6 0,1 4 0,3 2 0,1 7 0,3 7 0,3 9 0,0 6 0,2 5 0,3 7 0,1-1 0,2-1 0,4-1 0,7 4 0,3-2 0,2-5 0,2-2 0,0-10 0,2-5 0,1-4 0,4-5 0,-4-8 0,-2-3 0,0-4 0,-3-8 0,-1-14 0,-6-4 0,-4-5 0,-3-2 0,-5 0 0,0 2 0,0 0 0,-6 1 0,-4 0 0,-6 3 0,-4 2 0,-4 2 0,-1 3 0,0 4 0,0 5 0,6 7 0,5 9 0,4 5 0,3 8 0,2 9 0,8 12 0,2 8 0,6 7 0,6 8 0,0 4 0,2 4 0,2 2 0,-1-4 0,1-4 0,-1 0 0,1 0 0,-5-3 0,-3 1 0,-1-3 0,-2 0 0,-1-2 0,-2-2 0,-2-6 0,-1-7 0,-3-5 0,3-10 0,-4 2 0,-4 2 0,-1-2 0,-6 2 0,0-5 0,-3-5 0,1-5 0,-7-11 0,-3-6 0,-2-9 0,-1-12 0,-2-9 0,2-3 0,4-3 0,2-4 0,11 2 0,2 2 0,5 2 0,3 1 0,3-2 0,4 1 0,4 1 0,9 2 0,5 8 0</inkml:trace>
  <inkml:trace contextRef="#ctx0" brushRef="#br0" timeOffset="4017">2136 426 8829,'-6'10'0,"-2"1"0,5 2 0,1 1 0,0-1 0,2 2 0,2 2 0,2 6 0,6 1 0,2 4 0,5-3 0,1 0 0,2 0 0,0-2 0,1-2 0,-1-1 0,1-3 0,-1-4 0,1-6 0,-2-3 0,-2-3 0,3-6 0,-4-3 0,0-5 0,-3-8 0,-1-4 0,-2-6 0,0-1 0,0-2 0,1-5 0,-1-3 0,0 3 0,1 3 0,-1 3 0,0 5 0,-1 6 0,-2 3 0,2 10 0,-3 10 0,0 8 0,3 11 0,-2 7 0,2 4 0,1 3 0,-1 4 0,-1 5 0,-1 2 0,1-2 0,0-5 0,0-4 0,-2-3 0,-2-4 0,1-6 0,-2-8 0,-2-1 0,4-2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5:26.354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124 124 8971,'-10'0'0,"-1"0"0,1 1 0,0 1 0,0 2 0,-1-1 0,6-3 0,1 0 0,8 1 0,1 4 0,1 5 0,3 1 0,-2 3 0,2 1 0,1 2 0,1 4 0,-1 3 0,0 3 0,0 3 0,2 1 0,0 1 0,2 3 0,-1 6 0,-2 1 0,0 5 0,2 0 0,1 0 0,-1-1 0,-2 1 0,-1-6 0,0-6 0,0-8 0,-1-7 0,-1-4 0,-1-1 0,0-5 0,3 2 0,0-4 0,-4 0 0,4 4 0,-5 2 0,2-2 0,0 0 0,-5 2 0,3-1 0,-1 0 0,-3-2 0,-1-5 0,-5-2 0</inkml:trace>
  <inkml:trace contextRef="#ctx0" brushRef="#br0" timeOffset="913">62 411 8918,'-10'-5'0,"0"-3"0,-1 3 0,1 0 0,1-3 0,2-2 0,4 0 0,2 0 0,1-5 0,1-2 0,2-2 0,4-2 0,3-3 0,5-1 0,5-1 0,2-3 0,3 0 0,-1-1 0,4 3 0,1 3 0,1 3 0,-1 4 0,-1 4 0,4 5 0,-5 4 0,3 6 0,-4 5 0,-3 7 0,-1 10 0,-2 6 0,-1 7 0,-6 3 0,1 4 0,-8 2 0,1 0 0,-1-1 0,-3-4 0,0-4 0,-3-2 0,-3-2 0,-3-4 0,-3-3 0,0-1 0,-2-2 0,3-6 0,-5-4 0,1-5 0,2-5 0,0-2 0,0-3 0,-1-5 0,1-7 0,1-5 0,2-4 0,4-1 0,2 1 0,1 3 0,1 3 0,2 3 0,4 3 0,3 1 0,4 4 0,3 2 0,4 3 0,2 1 0,7 6 0,4 5 0,1 9 0,0 6 0,-3 5 0,3 3 0,1 3 0,-9 3 0,-1 0 0,-5-2 0,-4-4 0,-8-3 0,0-4 0,-3-3 0,-4-2 0,-1-2 0,-5 1 0,-4 1 0,-5 2 0,1-3 0,-6 4 0,0-1 0,-1 0 0,-6 1 0,-3-3 0,-1-1 0,-2-5 0,-3-5 0,-2-4 0,-1-6 0,-6-7 0,7-5 0,-1-11 0,8-2 0,5-3 0,7-3 0,4-1 0,6 2 0,7 1 0,7 0 0,9 4 0,6 1 0,3 1 0,6 3 0,5 2 0,3 3 0,3 3 0,2 1 0,-3-1 0</inkml:trace>
  <inkml:trace contextRef="#ctx0" brushRef="#br0" timeOffset="1251">966 791 8918,'-16'15'0,"1"-5"0,5 2 0,-1-4 0,6-6 0,0 2 0,6-8 0,2-4 0,0-4 0,4-1 0,-3-5 0,1-4 0,-1-4 0,3-8 0,-3-4 0,-1-2 0,2-1 0,-4 0 0,2 0 0,-2 1 0,-1 2 0,-1 5 0,-1 9 0,-3 8 0,0 7 0,-2 5 0,-3 7 0,-1 7 0,1 11 0,0 12 0,0 8 0,-1 7 0,1 6 0,3-2 0,1 3 0,1-4 0,-1-3 0,4-2 0,-2-6 0,3-4 0,1-5 0,1-6 0,4-8 0,5-3 0,6-3 0,4-2 0,1-2 0,3-3 0,4-3 0,5-2 0,2-2 0,0-1 0,1-2 0,-1-1 0,-2-2 0,1 1 0,-1 1 0,-5 5 0,-3-7 0,-5 3 0</inkml:trace>
  <inkml:trace contextRef="#ctx0" brushRef="#br0" timeOffset="1667">1315 997 8918,'-5'10'0,"1"0"0,-4 0 0,1 1 0,-1-1 0,-1-1 0,-2-1 0,1-1 0,0-5 0,0 2 0,-1-3 0,6-2 0,1-3 0,3-3 0,1-2 0,0-1 0,0 0 0,0-1 0,4-2 0,0-2 0,3 0 0,4 0 0,0 2 0,3 1 0,1 0 0,2-2 0,3 0 0,1 4 0,3 0 0,4-1 0,1 5 0,3-1 0,1 0 0,2 1 0,-1-2 0,-3 4 0,-2-1 0,-1 1 0,-3 0 0,-6 3 0,-2-2 0,-6 1 0,-13-2 0,-7 4 0,-4 0 0,-3 0 0,-1 0 0,-4 0 0,-1-1 0,-2-3 0,-2-6 0,-6-8 0,-1-5 0,-1-4 0,0-8 0,3-2 0,1-3 0,3-1 0,7 5 0,10 6 0,7 6 0,5 5 0,8 8 0,9 5 0,3 2 0,6 1 0,1 2 0,2 2 0,0 3 0,0 3 0,0-2 0,-2 3 0,0 3 0,-2 1 0,1 6 0,1 0 0,-1 1 0,-3 6 0,-5 1 0</inkml:trace>
  <inkml:trace contextRef="#ctx0" brushRef="#br0" timeOffset="2050">1818 884 8918,'-24'9'0,"0"-1"0,2-2 0,3-2 0,3-2 0,1-2 0,2-3 0,7-3 0,2-4 0,3 0 0,1 3 0,1 1 0,3 0 0,2 1 0,5 1 0,2-2 0,5-1 0,1 1 0,1-2 0,1 3 0,1 1 0,2-1 0,2-2 0,5 3 0,-1-1 0,1 1 0,0-3 0,-1 2 0,-1 0 0,2-3 0,-7 2 0,5-1 0,-5 0 0,-4 2 0,2-3 0,-8 4 0,-2 2 0,-6 1 0,-6 1 0,-6 0 0,-6 3 0,-3 1 0,-1-2 0,-3-1 0,-1-1 0,-3-1 0,-2-4 0,-1-5 0,2-9 0,-4-9 0,1-1 0,1-2 0,1 0 0,5 1 0,3 3 0,4 3 0,6 3 0,4 6 0,6 4 0,4 7 0,6 3 0,4 1 0,3 1 0,0 2 0,4-1 0,0 5 0,-1 1 0,-1 6 0,-2 2 0</inkml:trace>
  <inkml:trace contextRef="#ctx0" brushRef="#br0" timeOffset="2630">2187 596 8918,'6'15'0,"2"-2"0,-3 4 0,-1 0 0,1-1 0,2 0 0,-3-4 0,1 2 0,-1-1 0,4-2 0,-1-2 0,2-2 0,2-4 0,-5-1 0,1-2 0,2-3 0,4-4 0,-5-4 0,3-12 0,1-3 0,0-5 0,2-6 0,-4-1 0,-1-2 0,-2-1 0,1 3 0,-3 2 0,-1 0-2,1 3 1,-2 6 0,-4 3-1,-2 5-1,-4 5 1,-6 1-1,0 11 1,-1 4 1,-1 7 1,3 7 0,-4 8-1,1 5 1,2 4 0,-2 3 0,2 6 0,0 0 0,2 2 0,2 2 0,2 2 0,3-4 0,3-2 0,1-8 0,0-5 0,1-4 0,3-5 0,3-9 0,6-7 0,4-4 0,3-4 0,4-2 0,0-4 0,-1-1 0,-2-3 0,0 3 0,-1-4 0,1 2 0,-1 3 0,-3-3 0,-1 8 0,0-1 0,0 3 0,0 1 0,1 4 0,-3 1 0,-2 4 0,-2 2 0,0 1 0,0 1 0,-3-6 0,0-1 0,-5-4 0,2-4 0,-3-1 0,-1-6 0,0 4 0,0 1 0,0 2 0,0-3 0,0 4 0,0-4 0,0-1 0,0-1 0,-4-6 0,0-3 0,-3-5 0,-4-4 0,-1-11 0,-5-4 0,0-3 0,1 0 0,-2 0 0,4 4 0,3 1 0,3 3 0,4 10 0,9 11 0,5 7 0,6 6 0,5 3 0,3 4 0,2 7 0,0 5 0,4 3 0,-3 2 0,2-1 0,-2 1 0,3-1 0,-4 1 0</inkml:trace>
  <inkml:trace contextRef="#ctx0" brushRef="#br0" timeOffset="3230">2916 607 8877,'0'16'0,"-1"2"0,-1-5 0,-2 0 0,2-6 0,6-4 0,1-6 0,6-4 0,-1-3 0,0-4 0,0-5 0,1-6 0,-1-2 0,0 0 0,0 1 0,0-4 0,-2 3 0,-2-3 0,2-1 0,-3 2 0,-2 0 0,-1 2 0,-2 5 0,-2 0 0,-1 6 0,-4 5 0,-2 3 0,-1 10 0,-1 6 0,1 9 0,0 8 0,0 9 0,1 1 0,2 1 0,-2 3 0,2 6 0,-1 1 0,1 1 0,-1-1 0,4-5 0,2-1 0,1-3 0,2-6 0,3-8 0,2-5 0,4-4 0,1-7 0,2-4 0,1-2 0,2-1 0,-2-1 0,2-2 0,-1-4 0,-3-2 0,3-1 0,-1-1 0,-2 1 0,0 0 0,-2 1 0,0 1 0,1 2 0,-1 1 0,-3 2 0,0 3 0,1 0 0,1 0 0,1 1 0,0 1 0,1 2 0,2-1 0,1-3 0,0 0 0,0 0 0,-1 0 0,3 0 0,0 0 0,0 0 0,0-3 0,2-2 0,-2 0 0,-1-3 0,2-2 0,-3 0 0,-2 0 0,0 0 0,-3-1 0,-2 1 0,-3 0 0,1 0 0,-4-1 0,2 1 0,-2 0 0,-1 0 0,-3-1 0,-2 0 0,0-2 0,-3 0 0,-1-6 0,-2 1 0,0-4 0,-3-1 0,2-9 0,-5 0 0,0-4 0,1-3 0,-3 0 0,7-3 0,3 4 0,4 3 0,4 6 0,3 11 0,4 3 0,4 4 0,7 8 0,2 0 0,2 3 0,4 3 0,2 4 0,0 2 0,4 1 0,0 1 0,-1-1 0,1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5:44.06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51 1536 9216,'-17'0'-4,"6"0"1,1-1 0,3-5-5,3-6 0,2-3 8,2-2 0,6 0 0,-1 0 0,1 0 0,-6 0 0</inkml:trace>
  <inkml:trace contextRef="#ctx0" brushRef="#br0" timeOffset="352">223 1057 9190,'-16'-11'0,"3"1"0,4 1 0,1-1 0,4-3 0,-3 3 0,1-1 0,2-3 0,2-1 0,2-2 0,0 8 0,0 9 0,2 11 0,2 6 0,2 6 0,-1 5 0,-3 12 0,2 4 0,2 0 0,5 11 0,-3-3 0,1 1 0,5 0 0,1 10 0,2 3 0,0 3 0,0 3 0,6 2 0,2-1 0,-1-1 0,1-5 0,4-8 0,-4-16 0,-1-6 0,1-7 0,-2-11 0,-6-2 0,0-9 0,0-6 0,-7-2 0,5-8 0,-6-1 0</inkml:trace>
  <inkml:trace contextRef="#ctx0" brushRef="#br0" timeOffset="1687">69 1160 9155,'-8'-25'0,"-2"-2"0,-5-7 0,2 2 0,3 1 0,3 3 0,3-3 0,2-1 0,10 0 0,3 1 0,4 5 0,2 1 0,8 2 0,4 6 0,3 0 0,2 0 0,1 1 0,1 3 0,2 4 0,2 1 0,7 2 0,-1 6 0,2 0 0,-3 0 0,3 10 0,-8 7 0,-4 9 0,-6 7 0,-5 1 0,-10 2 0,-1 2-3,-3 2 1,-7 8 0,2-4 0,-5 1-1,-1 1 1,0-8 0,0 2 0,-1-4 1,-5-2 1,2-5-1,-7-4 1,-3-4 0,-1-6 0,-2-2 0,0 2 0,0-3 0,0-7 0,-1-3 0,1-2 0,0 0 0,8-2 0,3-3 0,6-5 0,6-5 0,5 4 0,6 1 0,4 6 0,4-3 0,2-3 0,-1 6 0,5-1 0,-3 3 0,3 2 0,1 0 0,2 0 0,-1 2 0,-5 3 0,4-1 0,-5 8 0,2 1 0,-1 2 0,-7 8 0,0 0 0,-6 0 0,-3 1 0,-7-3 0,5 6 0,-3 0 0,-3-1 0,-8 1 0,-3 3 0,-5-1 0,-7 1 0,2-3 0,-7 0 0,-1-1 0,-4 1 0,-3-6 0,-2 2 0,-1-6 0,1-6 0,0 2 0,-2-7 0,-2-2 0,-2-2 0,-2-10 0,4-5 0,0-8 0,5-8 0,1 3 0,11-3 0,6-1 0,7-3 0,8 5 0,8 1 0,7 3 0,6 3 0,15 2 0,0 1 0,6 1 0,6 0 0,1 0 0,3 0 0,-1 0 0,0 0 0,1 1 0,1 3 0,2 2 0,2-3 0,-1 7 0,-9 1 0,-3 4 0,-2 2 0,-4 0 0,-10 0 0,-5 0 0,-4 0 0,-9 8 0,-3 1 0,1 1 0,-6 5 0,5-13 0,-12-4 0,-1-13-1,2-6 0,2-10 0,2 3 0,0-6-1,0-6 1,0-4-1,0-9 1,-2-3-1,-3-1 1,1-5-1,-6 5 1,1 3-1,-1 7 1,5 12-1,-7 15 1,-1 6 1,-2 10-1,-1 18 1,3 14-1,2 14 1,-1 9 0,-5 8 0,0 8 0,0 5 0,6 3 0,1-7 0,0-1 0,1-5 0,5 1 0,-2-9 0,6-7 0,6-3 0,4-10 0,9-7 0,4-3 0,5-3 0,4-7 0,3-5 0,1-1 0,4-4 0,-4-2 0,4-2 0,-4 0 0,-2-2 0,1-4 0,-1-4 0,-2-7 0,-1 0 0,-3 0 0,-7 0 0,2-2 0,-4-4 0,-2 4 0,-2-4 0,-3 4 0,-7 2 0,-3 6 0,-2-1 0,0 10 0,-2 0 0,-3 6 0,3 10 0,-6-3 0,1 4 0,5 2 0,-2-1 0,8-5 0,7 2 0,10-7 0,4-2 0,1-2 0,9-2 0,5-2 0,0-4 0,1-5 0,1 1 0,6-1 0,-4-3 0,-3-1 0,-1-2 0,-7 0 0,-5 2-1,-5 3 0,-6-3-1,-5 4 0,-7-3 0,-10 3 0,-9 3 0,-7 1 0,1 3 0,-9-6 1,-1 1-1,-3-1 1,-3-3-1,-2-10 1,-2-5 0,2-5 0,4-7 0,3-1 0,5 1 0,1 3 1,10-1-1,9 12 1,4-1-1,2 4 1,10 6-1,5 6 1,8 5-1,3 4 0,9 2 0,4 2 0,0 4 0,-3 5 0,-2 10 0,0 4 0,0 1 0,1 5 0,-1 1 1,0 2 0,0 1 0,1-1 0,-1 0 0</inkml:trace>
  <inkml:trace contextRef="#ctx0" brushRef="#br0" timeOffset="3171">2449 1519 9070,'-6'27'0,"-1"-4"0,-3-4-1,-3-2 1,-2-6 0,-3-1-6,1-3 0,6-1 1,1-8 0,3-3 1,1-5-1,6-7 1,2 0 1,4 0 1,3 0 0,8-1 0,0 1 1,1 0 1,4 2 0,3 2 0,2 1 0,3-1 0,3 0 0,1-1 0,0 5 0,0 1 0,8-3 0,2 3 0,2 1-1,-1-1 1,-7 0 0,4 4 0,-4-1-2,-3 1 0,-5 2 0,-13 0 0,0-4 0,-9 5 1,-8-5 0,-10 4 0,-13 0 1,-3-2-1,-1-1 1,-7-9 0,2 3 0,-6-6 0,-1-6 0,-2-10 0,1-8 0,2-3 0,1-4 0,11-1 0,3-3 0,4 3 0,2 3 0,7 4 0,7 10 0,8 4 0,12 5 0,2 4 0,10 3 0,1 5 0,3 5 0,1-1 0,-2 1 0,-1 2 0,-3 2 0,-7 4 0,2 2 0,-4 4 0,-2 1 0,0 4 0,0 8 0,-1 2 0,-5-2 0,-1 4 0,-7 0 0,5-1 0,2 1 0,-7 4 0,3-7 0,-2-1 0,2-2 0,-3-1 0,9-1 0,1 0 0,-3-8 0,1-3 0,2-4 0,8-12 0,2-7 0,-2-9 0,-2-7 0,-2-3 0,0-2 0,0-2 0,1 2 0,-1-4 0,-2 0 0,-4 1 0,-5-1 0,2 7 0,-5 9 0,-4 1 0,-9 4 0,-5 10 0,-2 5 0,-2 6 0,-4 6 0,2 11 0,-6 11 0,3 7 0,3 5 0,2-2 0,1 7 0,1 3 0,0 1 0,0 3 0,8 1 0,3 2 0,4 2 0,2 0 0,0-5 0,2-5 0,4-7 0,5-2 0,10-15 0,4-2 0,1-2 0,3-4 0,3-3 0,-1-7 0,-3-3 0,1-9 0,7-5 0,2-3 0,2-2 0,2-6 0,-4 0 0,2 0 0,-2-1 0,-2 7 0,-2-2 0,-1 7 0,-5 5 0,3 1 0,-7 10 0,-1 5 0,-4 8 0,2 10 0,-10-2 0,3 1 0,-3 5 0,-1-5 0,-6 1 0,1-2 0,1-2 0,-12-16 0,-1-7 0,-1-11 0,0-10 0,-5-8 0,2-9 0,-3-4 0,3-1 0,-4-9 0,3-7 0,-3 0 0,-2 0 0,0-2 0,2 10 0,3 7 0,6 8-1,5 8 1,1 3-2,0 8 1,7 7 0,5 4 0,5 6 0,4 4-1,2 2 1,5 5-1,-3-3 1,1 2 1,-3-5 0,6 5-1,-1-1 1,-1 1 0,3-5 0,-7 7 0,0 3 0,2 6 0,-8-2 0,2 6 0,-8 0 0,-3 3 0,3 6 0,-5 3 0,-2-1 0,-2-4 0,-2-3 0,0 1 0,0-3 0,0-3 0,0-1 0,0-15 0,0-8 0,0-10 0,7-13 0,5-5 0,1-4 0,-1-3 0,3-1 0,-4-2 0,3-4 0,-3-2 0,4 3 0,-5-7 0,-1-1 0,-3 1 0,2 0 0,-3-1 0,-1 3 0,-2 6 0,-4 8 0,-4 9 0,-5 12 0,-4 7 0,-10 27 0,-2 13 0,-1 17 0,-1 16 0,3 9 0,-3 11 0,4 4 0,1 3 0,10-9 0,-1-1 0,6-12 0,5-9 0,2-12 0,4-13 0,3-10 0,7-15 0,11-9 0,5-6 0,6-2 0,6-3 0,-3-5 0,4-9 0,1-2 0,4-2 0,-2-7 0,0 3 0,-3 1 0,-3 3 0,-9 6 0,-4 3 0,-2 5 0,-1 1 0,-4 4 0,-9 12 0,-1 7 0,-5 6 0,-1 4 0,-2-4 0,0 2-2,0-2 1,2-2-1,4-4 0,5-4 1,5-3 0,1-8 0,0 0 0,0 0 0,8-2 1,3-4-1,5-5 1,1-4 0,0-3 0,0 3 0,1 2 0,-1 1 0,-2 1 0,-1-4 0,-5 2 0,-1 1 0,-2 1 0,-8-6-1,-4-1 0,-3 1 0,-8 0 0,0 0 0,-8 0 0,-3 0 1,-6-2-1,-6-4 1,2-4 0,-7-9-1,-3-6 1,-1-9 0,-8-6 0,0-8 0,2 4 0,2 2 0,9 10 0,6 11 0,8 7 0,7 8 0,6 12 0,6 5 0,7 4 0,8 2 0,8 2 0,9 2 0,4 2 0,1-2 0,3 3 0,5 1 0,1 1 0,-1-5 0,0 4 0</inkml:trace>
  <inkml:trace contextRef="#ctx0" brushRef="#br0" timeOffset="3998">6234 218 8997,'-8'-17'0,"-3"0"0,3-1 0,-5 11 0,7 11 0,2 17 0,2 17 0,10 19 0,3 9 0,4 7 0,3-1 0,1 6 0,2 4 0,3 9 0,-10-40 0,-1 1 0,0 2 0,1 0 0,1 3 0,0 0 0,-1-3 0,-1-1 0,-1-3 0,0-1 0,13 37 0,-6-16 0,0-11 0,-4-13 0,-7-16 0,3-7 0,-9-12 0,-2-7 0,-9-8 0,-6-13 0,-3-9 0,-1-3 0,-3 0 0,1-7 0,-8-9 0,-3-7 0,-6-5 0,2-11 0,-4-14 0,2-8 0,17 42 0,2-1 0,0-2 0,0 0 0,-2-2 0,0 1 0,2 0 0,2 1 0,-10-44 0,8 19 0,7 11 0,9 8 0,6 8 0,9 9 0,9 2 0,4 7 0,1 8 0,3 10 0,5 4 0,0 1 0,0 4 0,3 10 0,3 5 0,7 6 0,8 6 0,-1 6 0,3 9 0,-4 4 0,-2 2 0,1 1 0,-3 7 0,-1-1 0,-3 0 0,-12 1 0,-1-1 0,-3 2 0,-3 4 0,-10-3 0,-1 5 0,-6-2 0,-5 0 0,-2 8 0,-2-5 0,-2 1 0,-4-5 0,-5-9 0,-4 1 0,-4-6 0,-4 1 0,2-10 0,-8-1 0,-1-3 0,-4-5 0,-6 1 0,-2-2 0,-8-8 0,-1-4 0,3-5 0,-11-13 0,2-12 0,0-14 0,0-9 0,8-9 0,5 0 0,10-1 0,15 8 0,13 4 0,6 6 0,6 6 0,13 3 0,15 10 0,10 3 0,13-3 0,4 6 0</inkml:trace>
  <inkml:trace contextRef="#ctx0" brushRef="#br0" timeOffset="4384">7227 1314 8986,'-17'7'0,"0"-5"0,-1 4 0,9-4 0,11-4 0,13-4 0,6-5 0,0-4 0,6-2 0,-1-2 0,3-4 0,-1-6 0,-1-3 0,3-4 0,-1-4 0,1-6 0,-5-5 0,-2-5 0,-6-2 0,-5-3 0,1 4 0,-7-4 0,-3 4 0,-1 7 0,-9 14 0,-5 15 0,-3 8 0,-2 7 0,-2 8 0,-2 9 0,-4 14 0,-1 11 0,-3 10 0,-5 11 0,-1 8 0,1 7 0,6 8 0,1 9 0,0 3 0,1-3 0,5-11 0,0-9 0,8-12 0,7-10 0,8-13 0,9-11 0,14-6 0,11-5 0,2-5 0,8-8 0,3-5 0,6-6 0,-1-3 0,3-2 0,-4 0 0,-2 0 0,1-8 0,-1-2 0</inkml:trace>
  <inkml:trace contextRef="#ctx0" brushRef="#br0" timeOffset="4998">8100 1331 8915,'-17'2'0,"0"2"0,0 3 0,0 1 0,0-1 0,-1-3 0,7 4 0,2 0 0,1 1 0,2-5 0,8 3 0,4-7 0,7-1 0,8-5 0,2-4 0,9-7 0,4 0 0,1 0 0,4-2 0,1-2 0,2-2 0,4 2 0,-5 2 0,3 2 0,0 0 0,-2 0 0,5 0 0,-5 0 0,0-1 0,-5 1 0,-4 6 0,-7 1 0,-7 1 0,-7-1 0,-7 5 0,-9-5 0,-3 1 0,-7-1 0,-11 4 0,-5-3 0,-7-1 0,-4 1 0,0-4 0,-6-10 0,-3-6 0,-1-3 0,3-4 0,2-2 0,1-4 0,-1-2 0,11 4 0,3-2 0,9 6 0,12 9 0,7 8 0,9 8 0,10 5 0,2 6 0,12 6 0,3 3 0,4 1 0,2 11 0,-6-4 0,3 2 0,2 0 0,-2-2 0,5 0 0,-8 0 0</inkml:trace>
  <inkml:trace contextRef="#ctx0" brushRef="#br0" timeOffset="5515">8888 714 8884,'-17'0'0,"2"2"0,3 4 0,5 5 0,9 12 0,1 8 0,3 7 0,7 13 0,-1 12 0,5 4 0,6 1 0,-4-1 0,4-5 0,-2-8 0,1-12 0,-3-10 0,4-17 0,-4-3 0,-2-7 0,-1-18 0,-3-12 0,-4-13 0,-1-13 0,-2-8 0,-6-12 0,0 1 0,0 2 0,-2-5 0,-4 10 0,-7-3 0,-8-3 0,-6-5 0,-7-4 0,0-6 0,0-9 0,15 46 0,-1-1 0,2 1 0,0 1 0,-12-32 0,3 17 0,12 21 0,9 40 0,12 13 0,7 29 0,6 9 0,4 10 0,0 6 0,-4 3 0,2 1 0,2-3 0,2 3 0,-5-14 0,3-2 0,-2-2 0,6-9 0,7 5 0,10-5 0</inkml:trace>
  <inkml:trace contextRef="#ctx0" brushRef="#br0" timeOffset="6031">9624 800 8882,'-19'-2'0,"-2"-2"0,-1-3 0,1-3 0,7-1 0,3-8 0,-2-2 0,-3-2 0,-1-6 0,0 5 0,2-1 0,3 0 0,-3 4 0,4 10 0,-4 5 0,-2 4 0,-1 6 0,3 6 0,2 9 0,1 5 0,9 13 0,-3 6 0,4 3 0,2 0 0,0 3 0,2 4 0,4-3 0,5-1 0,6-7 0,4-2 0,4-4 0,1-1 0,3-14 0,3-6 0,-1-6 0,-3-5 0,-1-12 0,2-7 0,-7-10 0,-3-7 0,-3 0 0,-3-14 0,-4-1 0,-1-3 0,-4-1 0,-4-1 0,-6-1 0,-7-4 0,-8-6 0,0-3 0,-8-1 0,-1 4 0,5 8 0,2 13 0,6 15 0,6 18 0,3 26 0,10 38 0,4 12 0,3 19 0,10 1 0,2 4 0,2 3 0,-11-44 0,-1 0 0,-2 2 0,-1-1 0,1 4 0,-1 1 0,1 0 0,-1 0 0,1-1 0,0-2 0,-1-3 0,1-1 0,6 46 0,-4-1 0,3 1 0,-9-10 0,1-9 0,2-9 0,-6-12 0,1-13 0,-6-10 0,-9-5 0,-5-12 0,-6-9 0,-5-6 0,-5-6 0,-7-11 0,-2-13 0,-1-8 0,-5-8 0,1-19 0,-1-11 0,4-9 0,23 39 0,0 0 0,-11-37 0,11 8 0,8 9 0,7 9 0,8 1 0,11 18 0,16 8 0,13 11 0,7 2 0,3 7 0</inkml:trace>
  <inkml:trace contextRef="#ctx0" brushRef="#br0" timeOffset="6331">9967 800 8882,'-6'11'0,"-1"-1"0,-3-2 0,6-1 0,-1-1 0,3 5 0,2 6 0,0 4 0,2 2 0,3-2 0,7 8 0,9 3 0,3 6 0,3 0 0,2 4 0,5-2 0,0-2 0,0-2 0,1-9 0,-1-6 0,0-8 0,0-7 0,4-8 0,-2-10 0,-5-10 0,-4-9 0,-5-13 0,-3-5 0,2-6 0,2 0 0,-4 1 0,-4 5 0,4 1 0,0 3 0,1 7 0,-3 0 0,0 9 0,2 12 0,4 9 0,-4 8 0,3 8 0,-1 9 0,2 10 0,-4 13 0,4 7 0,-4 8 0,4 6 0,2 6 0,-1-4 0,3-6 0,0-4 0,-6-2 0,11-7 0,-5-2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6:11.53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97 238 9182,'-6'-2'0,"-1"0"0,1 0 0,2 2 0,-1 0 0,0 0 0,0 0 0,1 3 0,1 1 0,3 4 0,2 1 0,2 1 0,1 1 0,6 2 0,0 2 0,1 2 0,2 2 0,0 3 0,2 1 0,0 2 0,-2 4 0,1 1 0,-1 4 0,-1 2 0,-1 2 0,-1 1 0,-2-2 0,-2 0 0,1-8 0,-3-7 0,0-6 0,2-5 0,-1-6 0,0-4 0,1-2 0,-4-5 0,-3-4 0,-3-3 0</inkml:trace>
  <inkml:trace contextRef="#ctx0" brushRef="#br0" timeOffset="580">110 379 9124,'-7'-13'0,"1"1"0,0-2 0,0-1 0,2-1 0,2-1 0,1-1 0,1 1 0,0 1 0,1-1 0,1 4 0,3 2 0,3 1 0,1 5 0,4-1 0,0 1 0,0 1 0,2 2 0,1 2 0,-1 0 0,1 2 0,2 3 0,-2 3 0,1 4 0,-2 2 0,-2 2 0,0 4 0,-1 2 0,-1 1 0,-2 2 0,-3 1 0,0-1 0,-2 1 0,1-1 0,-3-2 0,0-2 0,-1-3 0,-2-3 0,-1-4 0,0-1 0,-2-3 0,0 0 0,-3-5 0,1-1 0,0 0 0,-1-2 0,1 0 0,0-2 0,2 0 0,-1-2 0,3-1 0,0 2 0,4 0 0,3 1 0,3 1 0,4 2 0,2 1 0,3 1 0,2-1 0,3 3 0,3-1 0,2 1 0,-1 1 0,-3 4 0,-1 1 0,-1 2 0,-1 3 0,-2 1 0,-4 0 0,-4-1 0,-2 2 0,-4-1 0,-2 0 0,-1 0 0,-2-2 0,-1-3 0,-3-1 0,-2-1 0,-3 2 0,-4-2 0,-1-1 0,-2-1 0,-4-1 0,-3 0 0,-1-1 0,-1-1 0,-2-3 0,-1 1 0,0-3 0,4-1 0,1-3 0,7 1 0,5-2 0,7 0 0,6 0 0,4 1 0,5 1 0,6-1 0,2-1 0,5 0 0,1-1 0,3 1 0,3-1 0,0 1 0,-3-3 0,2-1 0</inkml:trace>
  <inkml:trace contextRef="#ctx0" brushRef="#br0" timeOffset="946">706 514 9008,'-12'3'0,"-1"2"0,3 3 0,4 2 0,0 2 0,4 2 0,1 1 0,0 2 0,2-1 0,1 1 0,2 1 0,2-2 0,0 0 0,1-4 0,-1-2 0,1-1 0,-1-5 0,0-2 0,1-1 0,-1-1 0,-1-1 0,-2-3 0,0-3 0,-2-2 0,0-3 0,-1-3 0,-1-2 0,-1-1 0,-1-2 0,-4-2 0,-1-1 0,-1-2 0,-2-1 0,0 0 0,-2-2 0,-2-2 0,-1-6 0,-3-3 0,2 1 0,-1 1 0,4 3 0,0 5 0,2 6 0,4 5 0,4 9 0,2 6 0,4 6 0,2 1 0,2 3 0,0 0 0,0 3 0,1 0 0,-1 0 0,1 1 0,0 2 0,1-1 0,1 2 0,1 1 0,1-1 0,1 2 0,1 0 0,2 1 0,0-2 0,3 3 0,-2-2 0</inkml:trace>
  <inkml:trace contextRef="#ctx0" brushRef="#br0" timeOffset="1232">771 1 8959,'-15'5'0,"0"1"0,0 3 0,7 4 0,2 2 0,3 2 0,1 1 0,2 4 0,2 2 0,3 0 0,3 0 0,0 0 0,3-1 0,1 1 0,2 5 0,0 2 0,0 4 0,0 0 0,-1 1 0,2-1 0,0-5 0,-1-2 0,0-4 0,-4-4 0,1-1 0,0-2 0,1-2 0,1-4 0,0-3 0,0-4 0,0-4 0,0-6 0,-1-4 0</inkml:trace>
  <inkml:trace contextRef="#ctx0" brushRef="#br0" timeOffset="1669">1123 456 8959,'-5'-6'0,"-1"-1"0,-2-2 0,0 0 0,-1-3 0,1 1 0,1-2 0,1-2 0,-2-3 0,0-2 0,0-1 0,-3 3 0,0 0 0,-1 3 0,-2 5 0,1 5 0,0 5 0,3 5 0,2 10 0,2 8 0,2 4 0,2 5 0,2 0 0,2 1 0,3-2 0,3-3 0,1-1 0,3-1 0,1 1 0,1-3 0,2-3 0,1-2 0,0-3 0,0-2 0,-1-5 0,2-3 0,-2-4 0,0-6 0,-1-4 0,-3-9 0,-1-3 0,-3-2 0,-3-4 0,-3-1 0,-2-1 0,0-1 0,0 2 0,-3-3 0,-4-1 0,-2-2 0,-6-7 0,-3-4 0,-2-1 0,-2 0 0,2 4 0,5 7 0,6 6 0,3 8 0,4 12 0,5 10 0,3 9 0,4 9 0,3 7 0,1 3 0,1 1 0,-1-1 0,0 1 0,1 0 0,1 1 0,3 3 0,-2-1 0,5-3 0,-1-1 0,0-2 0,2-5 0,1-2 0,-2-3 0,-3-3 0,-4-4 0,0-3 0,-1 0 0,-1 0 0,-3-3 0,2 3 0,-2-4 0</inkml:trace>
  <inkml:trace contextRef="#ctx0" brushRef="#br0" timeOffset="2463">2073 488 9063,'-15'-10'0,"0"-1"0,1-1 0,3 0 0,1 0 0,5 1 0,1 1 0,1 1 0,3 0 0,3 3 0,1 2 0,4 2 0,2 4 0,1 3 0,3 3 0,3 2 0,0 3 0,2 0 0,2 2 0,-1-1 0,2 1 0,-2-2 0,-1 0 0,1 0 0,0 0 0,0-1 0,-2-1 0,-3-2 0,0-4 0,-2 0 0,-2-3 0,-3-2 0,-3-3 0,-3-3 0,-2-4 0,-5-2 0,-2-2 0,-2 0 0,-2-1 0,-1-4 0,-1 0 0,-1-5 0,-1-5 0,0-4 0,-3-6 0,4 2 0,3 3 0,1 3 0,5 7 0,2 6 0,5 7 0,3 7 0,7 9 0,3 6 0,3 5 0,0 4 0,5 2 0,-1 1 0,5-2 0,0 1 0</inkml:trace>
  <inkml:trace contextRef="#ctx0" brushRef="#br0" timeOffset="2916">2515 354 9063,'-6'-3'0,"-1"-2"0,1-3 0,0-3 0,-4-2 0,0-2 0,-3-1 0,-2 0 0,-2-2 0,-2 6 0,1 2 0,1 5 0,2 6 0,4 8 0,2 8 0,2 5 0,4 6 0,4 2 0,5 3 0,7 1 0,1-2 0,4-3 0,3-3 0,1-3 0,0-5 0,0-4 0,1-2 0,0-4 0,-2-4 0,-1-3 0,-1-4 0,-2-6 0,-3-5 0,1-3 0,-2-2 0,-2 0 0,-3 0 0,-4-1 0,-1-2 0,-3-4 0,0 0 0,-3-4 0,-3 2 0,-2 4 0,0 1 0,1 8 0,1 4 0,2 5 0,3 9 0,3 4 0,4 5 0,4 4 0,3 3 0,1 1 0,1-1 0,4 1 0,-1 0 0,1-2 0,0-3 0,-2-3 0,3-6 0,-1-2 0,0-3 0,-3-7 0,-1-3 0,-1-5 0,-1-5 0,-3-3 0,0-4 0,0 1 0,-2 1 0,-1 5 0,-1 5 0,1 3 0,-1 2 0,0 6 0,1 5 0,-1 7 0,1 4 0,0 7 0,1 3 0,2 2-1,0 1 1,2-3 0,-2-2 0,2-1 0,1-1 0,-2 0 0,5 1 0</inkml:trace>
  <inkml:trace contextRef="#ctx0" brushRef="#br0" timeOffset="4000">174 1887 9074,'4'-3'-1,"0"1"0,-1-2 0,-1 2 1,-2-3-1,0-2 1,0-2 0,0-3 0,-3 0 0,-1-6 0,-2-2 0,0-1 0,-2-3 0,1 1 0,-2 1 0,-2 1 0,-1 4 0,-1 3 0,-2 2 0,0 7 0,2 8 0,0 8 0,0 9 0,1 9 0,2 7 0,2 2 0,3 1 0,2 0 0,3 2 0,0 4 0,0 3 0,1-1 0,3-2 0,3-5 0,2-5 0,2-2 0,2-8 0,2-4 0,0-5 0,3-3 0,-1-3 0,1-4 0,1-3 0,-2-3 0,-2-3 0,-2-4 0,0-5 0,-1-2 0,-1-3 0,-3 0 0,0-2 0,-4-1 0,-1-1 0,0-1 0,-1-1 0,-2 0 0,0-3 0,-2 1 0,-3-1 0,0 2 0,-2 3 0,1 6 0,2 12 0,2 10 0,1 9 0,1 8 0,4 5 0,2 3 0,4-1 0,2-1 0,1-1 0,1-4 0,0-2 0,1-1 0,3-5 0,0-3 0,2-3 0,4-5 0,-2-4 0,-1-6 0,-1-5 0,-3-5 0,-2-2 0</inkml:trace>
  <inkml:trace contextRef="#ctx0" brushRef="#br0" timeOffset="4333">520 2073 9070,'-8'0'0,"-1"2"0,1 1 0,1 2 0,2 0 0,0-1 0,3 0 0,2 0 0,0 1 0,0-1 0,2-1 0,3 0 0,0-1 0,2-3 0,0-3 0,1-3 0,0-5 0,1-1 0,-3-6 0,1-3 0,-1-2 0,0-4 0,-2 0 0,-2 1 0,-1 1 0,-2 1 0,-2 1 0,-2 4 0,-3 2 0,-3 8 0,2 6 0,-1 6 0,-2 4 0,2 7 0,1 6 0,1 5 0,3 3 0,0 4 0,1 4 0,2-1 0,1-1 0,2 0 0,1-6 0,3-3 0,3-4 0,2-1 0,3-5 0,2-3 0,3-4 0,0-1 0,1-4 0,1 0 0,-1-2 0,2 0 0,1-3 0,1-3 0,1-2 0,1-3 0,-2 0 0,-2-1 0,-3-1 0,-6 0 0,0-2 0,-2-2 0</inkml:trace>
  <inkml:trace contextRef="#ctx0" brushRef="#br0" timeOffset="4750">745 1617 8908,'-10'-3'0,"-1"0"0,1-4 0,1 1 0,-1-1 0,1 1 0,-1 0 0,3-1 0,0 1 0,0-1 0,3 4 0,0 1 2,1 4 1,2 4 0,2 6 0,2 3-2,1 4 1,1 6 0,3 5-1,2 3-1,0 1 0,3 4 0,0-3 0,3 1 0,0 1 0,5-2 0,-2-1 0,1-4 0,0-3 0,0-3 0,0-2 0,3-4 0,-1-4 0,-1-5 0,0-7 0,2-7 0,0-2 0</inkml:trace>
  <inkml:trace contextRef="#ctx0" brushRef="#br0" timeOffset="5297">1111 1957 8896,'-3'4'0,"-2"1"0,0-4 0,-2 1 0,1-1 0,0-2 0,2-2 0,1-2 0,0-3 0,2-4 0,-1 2 0,-1-3 0,1-2 0,-3 1 0,1-3 0,-2-2 0,-3-2 0,-2-2 0,-4-6 0,-1-1 0,0 1 0,-2 3 0,3 10 0,1 5 0,3 6 0,2 9 0,5 7 0,2 9 0,1 7 0,4 3 0,1 5 0,3-3 0,1 0 0,-1-2 0,3-2 0,-1 0 0,2 0 0,1 3 0,1-2 0,-1-4 0,1-1 0,0-4 0,0-2 0,0-4 0,0-3 0,-1-4 0,2-5 0,0-2 0,1-2 0,0-3 0,-2-3 0,-1-4 0,-1-2 0,-2-1 0,-3-4 0,1-3 0,-1-2 0,-2-4 0,-2 0 0,-1 2 0,-1 1 0,-3 1 0,-2 2 0,-3 0 0,-3 0 0,-1-1 0,-3 0 0,-3-6 0,0-4 0,-4-2 0,-2-3 0,-1 1 0,-3 1 0,2 4 0,1 5 0,6 9 0,5 8 0,5 6 0,5 5 0,2 5 0,1 6 0,5 4 0,2 4 0,5 1 0,3 0 0,0 3 0,3 0 0,1 1 0,1 0 0,0 1 0,1 0 0,1 1 0,0-2 0,1 2 0,-1-6 0,2 0 0,0-1 0,4-2 0,-2-1 0,0-1 0,-1 0 0,-3-3 0,0 3 0,-1-2 0,-3-1 0,-2-2 0,-2-4 0</inkml:trace>
  <inkml:trace contextRef="#ctx0" brushRef="#br0" timeOffset="6013">1527 1983 8937,'-16'13'0,"0"-1"0,2 1 0,1-3 0,2-1 0,5-4 0,1-2 0,1 0 0,2-1 0,0-5 0,2 0 0,0-4 0,0 1 2,2 0 0,3-1 0,3 0 0,2-1-2,2-3 1,0-1-1,5 1 1,1 0-1,0-3 0,2 1 0,1-2 0,1 0 0,1 0 0,0 0 0,1 2 0,-1-1 0,2-1 0,-2 0 0,-1-2 0,-4 2 0,-4 1 0,-3 4 0,-7 2 0,-2 0 0,-4 2 0,-5 2 0,-6 2 0,-3 2 0,-3 0 0,-2 0 0,-2 0 0,-1-1 0,-2-1 0,-4-5 0,-2-4 0,-3-3 0,-3-3 0,2 0 0,5 1 0,7 1 0,9 3 0,6 2 0,10 5 0,7 1 0,7 3 0,7-1 0,2 0 0,3 0 0,-1 1 0,3-4 0,-1 0 0,-1 0 0,3-4 0,-2-1 0,-1-2 0,-3-2 0,-2-5 0</inkml:trace>
  <inkml:trace contextRef="#ctx0" brushRef="#br0" timeOffset="6663">1803 1296 8947,'-16'-9'0,"1"3"0,2 2 0,2 4 0,3 0 0,4 5 0,2 3 0,3 3 0,1 5 0,4 3 0,0 5 0,4 4 0,2 5 0,4 3 0,1 4 0,1 0 0,2-2 0,1-2 0,0-4 0,0-1 0,-1-1 0,1 2 0,-2-4 0,-3-4 0,-1-2 0,-5-6 0,-2-2 0,-1-2 0,0-4 0,-4-1 0,-1 0 0,-4-1 0,-4-2 0,-5-2 0,-2-1 0,-2-1 0,-2-3 0,-4-2 0,-3 0 0,-3-2 0,3-2 0,1-1 0,3 0 0,2 2 0,6 0 0,5 0 0,4-1 0,7 1 0,9 3 0,3 2 0,3 0 0,2-2 0,1 1 0,1-2 0,1 0 0,-1-4 0,0 0 0,0-3 0,-1-2 0,0-1 0,1-4 0,-1 0 0,1-1 0,-5 2 0,-2-1 0,-4 5 0,-6 1 0,-2 4 0,-4 0 0,-1 1 0,-1 3 0,-2 0 0,-4 2 0,-1 0 0,-1 0 0,-2 0 0,-2-1 0,-2 1 0,0-1 0,1 2 0,-1 1 0,0 1 0,2 1 0,2 5 0,2 3 0,1 3 0,1 5 0,4 3 0,2 2 0,1 3 0,1 1 0,1 3 0,1 2 0,3 1 0,3-1 0,2-2 0,5-4 0,1-2 0,3-2 0,-2-7 0,5-2 0,-2-6 0,-1-4 0,0-4 0,0-4 0,-3-6 0,-3-3 0,-3-5 0,-4-4 0,-2-4 0,-2-3 0,-1-1 0,-1 3 0,-2 3 0,-2 0 0,-3 2 0,-6 0 0,1 1 0,1 3 0,0 7 0,2 4 0,1 4 0,4 12 0,3 7 0,3 6 0,4 2 0,4 4 0,3 0 0,1 2 0,1 0 0,2 2 0,-2-1 0,0 1 0,1 2 0,0-3 0,2-3 0,-2-5 0,0-5 0,1-1 0,0-1 0</inkml:trace>
  <inkml:trace contextRef="#ctx0" brushRef="#br0" timeOffset="7630">2419 1566 8957,'-7'0'0,"-1"-1"0,-1 0 0,2-2 0,0 0 0,0 0 0,4-1 0,3 2 0,3 1 0,4 5 0,0 3 0,1 2 0,2 4 0,3 5 0,1 4 0,0 3 0,2 7 0,2 4 0,-1 3 0,1 1 0,0-1 0,1 0 0,-2-2 0,-2 0 0,-1 1 0,0-2 0,-1-4 0,-3-6 0,-3-11 0,-2-5 0,-1-4 0,-3-7 0,-1-6 0,-5-5 0,-2-7 0,-3-7 0,-4-5 0,0-3 0,-1 1 0,-3 0 0,1 1 0,-2-1 0,-3-4 0,0-2 0,-6-7 0,-1 0 0,-3-1 0,-1-1 0,2 3 0,5 3 0,6 4 0,10 7 0,9 6 0,5 5 0,4 5 0,6 4 0,2 3 0,2 3 0,2 3 0,3 1 0,1 2 0,0 1 0,0 3 0,0 3 0,-3 5 0,0 5 0,-1 5 0,-4 1 0,-1 6 0,-2-1 0,-2-1 0,0 1 0,-3-2 0,0-4 0,-3-4 0,-2 0 0,-3-2 0,-1 0 0,-1 0 0,-4-3 0,-3 0 0,-2-2 0,-2-4 0,-1-3 0,-3-4 0,0-3 0,0-5 0,-1-5 0,1-5 0,-2-4 0,0-3 0,3 2 0,4-1 0,5 1 0,4 4 0,3 1 0,3 3 0,5 2 0,6 4 0,3 2 0,7 4 0,-1 0 0,3 2 0</inkml:trace>
  <inkml:trace contextRef="#ctx0" brushRef="#br0" timeOffset="7951">2733 1540 8957,'-6'7'0,"0"-1"0,2 0 0,-1 1 0,3-1 0,0 1 0,2-1 0,0-2 0,0 1 0,2-4 0,3 0 0,1-3 0,3-4 0,-2-4 0,2-6 0,0-4 0,-1-5 0,1-3 0,-3-5 0,0-1 0,-2-2 0,-1-2 0,-4-1 0,-2 0 0,-3-2 0,-5 3 0,-5 1 0,0 8 0,1 12 0,-2 8 0,4 15 0,1 8 0,-1 10 0,5 8 0,1 7 0,5 1 0,1-3 0,2 0 0,1 1 0,5-1 0,3 0 0,5-5 0,3 0 0,2-5 0,4-3 0,0-7 0,0-2 0,0-6 0,0-4 0,0-2 0,0-3 0,0-3 0,-2-4 0,-2 0 0,-2-3 0,-2-3 0,0-1 0,-4-2 0,-3-6 0,-2-1 0</inkml:trace>
  <inkml:trace contextRef="#ctx0" brushRef="#br0" timeOffset="8131">2906 1014 8957,'-12'-21'0,"0"0"0,4 3 0,3 2 0,4 7 0,1 3 0,0 7 0,1 4 0,1 7 0,2 4 0,2 6 0,1 1 0,1 3 0,3 2 0,1 4 0,2 5 0,1 3 0,2 5 0,0-2 0,2 2 0,1-1 0,2 0 0,0 0 0,0-3 0,1-7 0,-3-7 0,-2-12 0,-1-4 0,0-6 0,3-2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6:28.44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77 242 9334,'-6'-6'0,"2"0"0,-1-1 0,0 0 0,0-1 0,-1 0 0,1 0-1,1 1 0,-1 1 0,0 1 0,0 1-13,0-1 1,3 2 4,-2 1 1,0 2 0,0 2 3,2 2 1,1 2 0,1 4 0,0 3 1,0 3 1,1 3-1,1 3 1,2 2 1,2 3 1,1 2-1,0 4 1,2 2 0,4 3 0,0-3 0,4-1 0,1-8 0,1-6 0,4-6 0,1-7 0,1-2 0,-2-5 0,-3-8 0,-1-6 0,-1-2 0,-1-4 0,-6 0 0,0-4 0,-3-2 0,-2-1 0,-2-4 0,-2 2 0,-2 0 0,0 1 0,-3 2 0,-4 0 0,-3 0 0,-2-2 0,-3-1 0,0 0 0,-1 1 0,0 1 0,2 7 0,3 5 0,3 5 0,1 6 0,3 8 0,2 7 0,1 5 0,1 2 0,5 4 0,2-1 0,3 0 0,3-1 0,4-1 0</inkml:trace>
  <inkml:trace contextRef="#ctx0" brushRef="#br0" timeOffset="583">424 140 9215,'-6'0'0,"2"3"0,-2-2 0,2 3 0,1 2 0,1 2 0,2 2 0,3 3 0,3 3 0,4 3 0,2 1 0,1 4 0,0 1 0,2 2 0,0 3 0,1 3 0,0 1 0,-2-3 0,-1-2 0,-2-7 0,-1-3 0,-1-6 0,0-5 0,-2-7 0,0-4 0,0-5 0,0-7 0,-2-8 0,0-4 0,-1-3 0,0-2 0,-3-3 0,1 0 0,0 1 0,-2 3 0,1 2 0,0 5 0,2 4 0,1 2 0,-1 6 0,0 4 0,2 6 0,0 9 0,0 6 0,-1 5 0,1 1 0,1 3 0,1-2 0,2-1 0,-1 2 0,2 1 0,0-2 0,0 0 0,-2 0 0,3-1 0,0 0 0,1 0 0</inkml:trace>
  <inkml:trace contextRef="#ctx0" brushRef="#br0" timeOffset="916">834 492 9215,'-6'0'0,"2"-2"0,1 0 0,4-1 0,2-1 0,3 1 0,2 0 0,5-1 0,3 0 0,1 0 0,4-1 0,2 1 0,3 0 0,3-1 0,0 4 0,1-1 0,-2 1 0,-3 1 0,-1 0 0,-3 0 0,-4 1 0,-5 1 0,-5 2 0,-1 0 0,-5-1 0,-2 0 0,-2-1 0,-4-4 0,-1-3 0,-2-4 0,-3-4 0,-1-4 0,-1-4 0,-1-1 0,-4-5 0,-1-1 0,-3-1 0,2-2 0,1 1 0,4 4 0,5 3 0,2 5 0,3 5 0,6 7 0,4 3 0,4 4 0,4 3 0,2 0 0,1 3 0,2-1 0,0 0 0,1-2 0,5 4 0,1 0 0</inkml:trace>
  <inkml:trace contextRef="#ctx0" brushRef="#br0" timeOffset="1455">1264 313 9143,'-9'8'0,"1"1"0,2 2 0,4-3 0,1 0 0,1-1 0,5-3 0,2 0 0,3-1 0,1-2 0,1-4 0,1-3 0,0-4 0,2-2 0,1-2 0,2-1 0,-2-2 0,0-1 0,0-2 0,-3-1 0,0 0 0,-3 0 0,-5 1 0,-3 1 0,-2 0 0,-2-1 0,-4 5 0,-6 3 0,-1 5 0,-2 4 0,-3 8 0,1 7 0,-2 6 0,0 7 0,0 2 0,0 3 0,1 0 0,1-1 0,4-1 0,1-2 0,5-1 0,4-2 0,3 0 0,3-2 0,3-1 0,4-4 0,5-1 0,3-7 0,2-2 0,1-1 0,3-3 0,-3 0 0,0-2 0,-1-2 0,0-2 0,-1-1 0,1 0 0,-1 0 0,-4 1 0,0-2 0,-1 0 0,1 2 0,-1-1 0,1 2 0,-2 0 0,0 0 0,-1-1 0,-1 2 0,-1 0 0,0 2 0,-2 0 0,-1 0-5,-1 0 1,-2-1 0,-2-1 0,-1-3 0,-1-2 1,-1-3-1,-1 0 1,0 0 0,-2-4 0,-1-1 0,-1-2 1,0-2 0,-1-1-1,2-4 1,0-4 1,0-6 0,1-3 0,1-2 0,1 3 0,4 6 1,3 8-1,2 6 0,4 4 1,1 5 0,2 6 0,0 2 0,1 4 0,1 0 0,-2-1 0,1-2 0,-1-1 0,3-1 0,-1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6:26.134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84 110 9120,'0'-6'0,"-3"0"0,-1-1 0,-1 2 0,0 3 0,3 4 0,2 6 0,0 4 0,0 2 0,0 6 0,0 5 0,2 2 0,3 3 0,3 0 0,1 2 0,0-1 0,0-1 0,3 1 0,-2-1 0,2 2 0,-2 0 0,2-3 0,-4-2 0,0-3 0,-1-2 0,-1-4 0,-1-3 0,-1-4 0,-1-3 0,-1-5 0,-2-3 0,0-3 0</inkml:trace>
  <inkml:trace contextRef="#ctx0" brushRef="#br0" timeOffset="580">58 284 9120,'-10'-10'0,"-2"-2"0,3-4 0,-1-2 0,3 2 0,2-1 0,3 1 0,0-1 0,1 0 0,2 4 0,1 3 0,3 0 0,0 0 0,4 1 0,0-1 0,1 1 0,1 1 0,2 1 0,2 1 0,0-1 0,2 1 0,-1 2 0,2 2 0,-1 2 0,1 0 0,2 0 0,2 2 0,-2 3 0,0 3 0,-1 2 0,-1 4 0,-3 1 0,-1 2 0,-1 1 0,-5 2 0,-1 2 0,-2 1 0,-4 2 0,1 1 0,-1-1 0,-1-2 0,-3 1 0,-1-2 0,-3-1 0,-1-2 0,0 0 0,-2-2 0,1-3 0,1-2 0,-1-4 0,0-3 0,2-5 0,2-3 0,0-3 0,3-6 0,1-2 0,0 1 0,4-1 0,2 1 0,2 1 0,4 2 0,1 0 0,1 5 0,0 0 0,0 3 0,2 2 0,0 0 0,1 0 0,0 2 0,-1 5 0,0 4 0,-1 1 0,-2 3 0,0 4 0,-3 3 0,-1 0 0,-1 0 0,-3 2 0,0-2 0,-2-1 0,0-1 0,-2-1 0,-2-5 0,-3-2 0,0 0 0,-2-3 0,-2 0 0,-2-2 0,-1-1 0,-1 1 0,-2-1 0,-2 0 0,-2-2 0,-2-1 0,-1-3 0,-1 0 0,-1 0 0,0-5 0,3-1 0,4-1 0,5-1 0,6 0 0,4-1 0,4-1 0,5 1 0,6 0 0,6 0 0,4-1 0,2-3 0,0-2 0,1 1 0,0-1 0</inkml:trace>
  <inkml:trace contextRef="#ctx0" brushRef="#br0" timeOffset="797">629 361 9124,'-12'6'0,"2"1"0,3 2 0,2 1 0,3 3 0,0 2 0,2 2 0,0 2 0,2 2 0,3 1 0,1 1 0,3 1 0,-2-2 0,2-1 0,0-4 0,-1-4 0,1-1 0,-3-3 0,0-2 0,1-2 0,-1-3 0,-1-4 0,-2-3 0,0-3 0,-1-3 0,-2-4 0,0-2 0,0-4 0,-1-5 0,-1-4 0,-2-4 0,-5 1 0,-1-2 0</inkml:trace>
  <inkml:trace contextRef="#ctx0" brushRef="#br0" timeOffset="963">591 213 9124,'-9'-34'0,"0"4"0,4 8 0,3 9 0,1 4 0,2 5 0,1 4 0,2 4 0,2 4 0,0 4 0,1 2 0,-1 3 0,0 4 0,1 2 0,1 0 0,1 1 0,-1 2 0,0-5 0,-1 0 0,2-1 0,2-1 0,0 0 0,1-2 0,1-2 0,0-4 0,0-4 0,2-2 0,0-3 0,2-4 0,0-1 0</inkml:trace>
  <inkml:trace contextRef="#ctx0" brushRef="#br0" timeOffset="1183">860 181 9124,'-11'-19'0,"1"0"0,0 1 0,-2 1 0,2 0 0,1 1 0,1 3 0,3 5 0,1 3 0,2 3 0,-2 4 0,1 2 0,1 8 0,1 4 0,0 4 0,-1 6 0,0 2 0,2 4 0,0 1 0,0-1 0,3 2 0,0 0 0,2 0 0,2-2 0,-2 3 0,6 2 0,0 0 0,1-1 0,4-5 0,1-5 0,2-5 0,0-6 0,0-1 0,0-8 0,1-1 0,-1-5 0</inkml:trace>
  <inkml:trace contextRef="#ctx0" brushRef="#br0" timeOffset="1601">1097 322 9206,'-2'-4'0,"-1"0"0,0-1 0,-2-2 0,-1-1 0,0 0 0,-3-6 0,0 1 0,-1-2 0,1-1 0,-1 0 0,3 4 0,1 4 0,1 4 0,0 11 0,0 5 0,1 9 0,1 5 0,0 4 0,2 2 0,-1 1 0,0 1 0,2 1 0,2 1 0,1-2 0,3-1 0,0-4 0,5-4 0,0-3 0,1-5 0,2-5 0,0-5 0,2-4 0,0-3 0,-1-2 0,1-3 0,-2-4 0,-2-4 0,-3-2 0,-1-5 0,-1-2 0,0-1 0,-4-3 0,-1-2 0,-2-2 0,-2-1 0,-1-4 0,-5-1 0,0-3 0,-3-1 0,-3-7 0,-2-5 0,1 2 0,-1 5 0,5 8 0,4 14 0,4 16 0,5 13 0,3 10 0,0 7 0,5 4 0,0 8 0,0 2 0,1 3 0,0 0 0,2-3 0,0-3 0,2-1 0,-1-2 0,1 0 0,0-2 0,0-1 0,3 0 0,-1-2 0,2-1 0,-3-2 0,0-1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6:30.580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32 221 9016,'-6'-6'0,"-1"2"0,1 1 0,2 0 0,-1 2 0,3-3 0,1-1 0,6-2 0,6-1 0,6-4 0,6-2 0,6-2 0,8-4 0,4-2 0,4-1 0,3 1 0,5 2 0,0 4 0,0 5 0,-7 7 0,-8 6 0,-9 6 0,-11 8 0,-10 9 0,-6 5 0,-5 4 0,-3 2 0,-6-3 0,-6-1 0,-3 0 0,-2 2 0,-5 2 0,-2 4 0,0 0 0,0-2 0,-1-3 0,2-3 0,1-1 0,-1 1 0,2-6 0,4 0 0,2-5 0,4-7 0,4-4 0,5-6 0,6-2 0,6-2 0,9-1 0,4-1 0,3 0 0,1 2 0,2 0 0,0 2 0,-1 0 0,3 1 0,2-2 0,3 2 0,2 1 0,-2-3 0,0 1 0,0-1 0,2-1 0,-3-2 0,-2-1 0,-2-1 0,-2-1 0,1 0 0,1-2 0,-2 1 0,-1-1 0,-5-2 0,-1-1 0</inkml:trace>
  <inkml:trace contextRef="#ctx0" brushRef="#br0" timeOffset="2686">1155 747 9030,'-13'0'0,"3"0"1,2 0 0,1 1 3,3-1 1,3 1-1,4-5 1,1 1-1,1-1 0,2 2 1,2-2-1,-1-1-3,-1-1 1,2-1 0,2 0 0,0-1-2,0-3 0,3-6 0,-1-4 0,1-3 0,-1-4 0,1-6 0,0-3 0,-2-2 0,0-2 0,-5-3 0,-2 0 0,-3-2 0,0 2 0,1 4 0,-3 9 0,0 7 0,0 13 0,0 9 0,0 7 0,0 7 0,0 7 0,0 5 0,0 5 0,0 6 0,0 3 0,2 0 0,0-2 0,1-1 0,-1-2 0,1 0 0,1-1 0,4-2 0,-2-7 0,1-4 0,1-3 0,1-7 0,1-2 0,0-5 0,-2-3 0,2-7 0,-2-4 0,0-5 0,-1-1 0,0-4 0,-1-2 0,0-1 0,1 0 0,-1-1 0,1-1 0,-1 0 0,0-3 0,1-2 0,-1-3 0,-1-2 0,-1-1 0,-1 4 0,2 10 0,0 4 0,-4 10 0,1 9 0,-1 8 0,-1 7 0,0 10 0,0 4 0,0 5 0,0 3 0,0 4 0,0 1 0,0-1 0,0 2 0,0 0 0,1 1 0,1-1 0,1-3 0,4-2 0,2-6 0,2-6 0,1-5 0,1-10 0,-1-4 0,1-3 0,0-2 0,0-2 0,0-1 0,2-3 0,-1-3 0,2-2 0</inkml:trace>
  <inkml:trace contextRef="#ctx0" brushRef="#br0" timeOffset="3036">1848 560 9074,'-5'-12'0,"-2"1"0,0 0 0,0 3 0,1-3 0,-1 0 0,1-1 0,-3-1 0,0 0 0,-1 1 0,-1 1 0,-1 2 0,1 3 0,0 2 0,0 2 0,1 4 0,2 3 0,1 3 0,0 5 0,2 4 0,0 4 0,1 3 0,1 3 0,1 2 0,2 1 0,0-2 0,0-2 0,1 0 0,0-2 0,3-3 0,1-4 0,1-5 0,5-5 0,0-2 0,1-2 0,3-4 0,1-4 0,0-6 0,2-4 0,-1-8 0,-2-2 0,-1-4 0,-1-3 0,-6 0 0,0 0 0,-4 0 0,0 0 0,-3 6 0,0 6 0,-3 5 0,-3 8 0,0 7 0,2 6 0,2 7 0,1 7 0,1 6 0,0 3 0,0 3 0,2-2 0,2-1 0,1-1 0,2-1 0,4-3 0,-1-3 0,3-4 0,2-4 0,-1-3 0,1-4 0</inkml:trace>
  <inkml:trace contextRef="#ctx0" brushRef="#br0" timeOffset="3387">2021 702 9119,'-16'0'0,"3"0"0,-2 0 0,4 0 0,4 0 0,7 0 0,5 0 0,0 0 0,2 0 0,2 0 0,2 0 0,2 0 0,2 0 0,-1 0 0,3 0 0,2 0 0,1 0 0,-2 2 0,1 0 0,0-1 0,-1 0 0,-1 1 0,1 0 0,-1 0 0,-1 1 0,-1-2 0,-4 2 0,-2-1 0,0 0 0,-5 1 0,1-2 0,-1 2 0,-6-1 0,-1-3 0,-4-1 0,-1-2 0,-3-4 0,1-2 0,0 0 0,-3-3 0,1-4 0,-2-3 0,-1-4 0,0-2 0,0-5 0,1 1-2,3 2 1,1 4-1,5 4 1,1 3-2,4 4 1,4 4 0,4 4 0,3 3 0,1 1 0,2 4 0,0 2 0,2 0-1,0 2 3,1 2 0,2 4 0,1 3 0</inkml:trace>
  <inkml:trace contextRef="#ctx0" brushRef="#br0" timeOffset="3670">2515 560 8943,'-7'-8'0,"-2"-1"0,2 0 0,-1 1 0,2-1 0,2-1 0,0-1 0,-2-1 0,1 1 0,1 0 0,2 3 0,-2 0 0,1 1 0,-1 0 0,0 4 0,-3 1 0,1 1 0,-1 1 0,-1 3 0,-1 3 0,-1 3 0,1 1 0,-2 2 0,3 4 0,0 0 0,1 2 0,1 1 0,2 1 0,2 1 0,1 3 0,1 1 0,1 2 0,3-1 0,2-1 0,6-6 0,1 0 0,3-2 0,3-1 0,0-4 0,1 1 0,0-3 0,2-3 0,2-2 0,-1-3 0,0-2 0,-1-2 0,-3-2 0</inkml:trace>
  <inkml:trace contextRef="#ctx0" brushRef="#br0" timeOffset="4005">2598 317 8943,'-18'-38'0,"0"6"0,6 12 0,4 12 0,3 7 0,2 7 0,3 8 0,0 5 0,0 6 0,2 3 0,1 4 0,0 0 0,2 1 0,1-3 0,1 2 0,0 1 0,1 2 0,4-1 0,4 1 0,1-1 0,3-3 0,-1-8 0,3-3 0,-2-9 0,-1-5 0,-1-4 0,0-5 0,-3-4 0,-2-5 0,-3-5 0,-1-4 0,-2-2 0,-1-2 0,1-1 0,-1 0 0,0 1 0,1 2 0,-1 3 0,1 4 0,-1 3 0,0 4 0,1 8 0,-1 4 0,1 4 0,-3 6 0,0 2 0,1 3 0,1 1 0,-2 3 0,0 2 0,1 1 0,-2 0 0,2-2 0,-2-1 0,1-2 0,1-1 0,3-6 0,-1 2 0,3-5 0</inkml:trace>
  <inkml:trace contextRef="#ctx0" brushRef="#br0" timeOffset="4221">3053 714 8952,'-7'10'0,"0"0"0,0 3 0,1-1 0,4 4 0,1 2 0,2 2 0,1 1 0,3-2 0,-1-4 0,2-3 0,3-4 0,-2 0 0,2-6 0,-1-2 0,-1-3 0,0-5 0,-3-7 0,0-2 0,-2-2 0,-2-2 0,0 0 0,0-1 0,0 0 0,-2-1 0,-3-5 0,0-4 0,-2-4 0</inkml:trace>
  <inkml:trace contextRef="#ctx0" brushRef="#br0" timeOffset="4352">3041 432 8952,'-10'-57'0,"3"4"0,1 1 0,4 13 0,1 8 0,1 21 0,0 13 0,0 9 0,0 7 0,0 1 0,0 3 0,0 0 0,0-1 0,0 4 0,0 1 0,0-2 0,0-3 0,2-2 0,1-1 0,1-1 0,1-1 0,0-5 0,2 0 0,2-2 0,1-2 0,3-1 0</inkml:trace>
  <inkml:trace contextRef="#ctx0" brushRef="#br0" timeOffset="5250">3239 586 8918,'0'-14'0,"-2"0"0,-2 3 0,0 1 0,2 7 0,2 7 0,0 5 0,2 6 0,2 3 0,2 4 0,1 1 0,-1 2 0,1 0 0,-1-1 0,1 1 0,2-1 0,1-3 0,3 0 0,3-2 0,3-2 0,1-9 0,4-2 0,0-7 0,1-5 0,1-6 0,-2-6 0,-3-2 0,-4-2 0,-2 3 0,-3 3 0,-2-1 0,-1 1 0,-3 5 0,-1 0 0,-3 4 0,1 3 0,-2 1 0,1 6 0,1 0 0,-1 4 0,0-1 0,1 0 0,-1-1 0,1-1 0,1 0 0,-1 0 0,1 1 0,1-1 0,-1 0 0,1 1 0,-1-4 0,0 1 0,1-1 0,1-1 0,-1-1 0,0-2 0,0-3 0,-3-4 0,2-5 0,0-2 0,0-2 0,1-4 0,-2-1 0,-1-4 0,1-1 0,-1 1 0,-2 1 0,-2 4 0,0 4 0,-3 5 0,1 6 0,-3 4 0,-1 4 0,1 6 0,-2 9 0,0 5 0,0 7 0,1 4 0,2 2 0,2 0 0,2 1 0,1-1 0,1-4 0,1-1 0,1-1 0,4-3 0,5-3 0,2 0 0,2 0 0,1-6 0,3-1 0,1-6 0,2-4 0,1-4 0,2-4 0,-3-5 0,-2-3 0,-5-3 0,-2 1 0,-2-3 0,-1 1 0,0 0 0,-2 1 0,-2 0 0,-1 2 0,-1 0 0,1-2 0,1 0 0,0 1 0,1 1 0,-1 2 0,1 1 0,1 0 0,1 3 0,2 2 0,-1 3 0,1 1 0,-1 1 0,1 6 0,2 3 0,-1 5 0,-1 3 0,-1 1 0,-2 0 0,0 2 0,1-4 0,-4 4 0,0-2 0,3 2 0,-1-3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6:47.663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109 134 9044,'-12'-16'0,"-4"0"0,3 0 0,-1 1 0,4 5 0,1 3 0,1 6 0,1 4 0,0 6 0,1 8 0,2 5 0,2 4 0,1 4 0,1 7 0,0 3 0,2 3 0,2 5 0,3 1 0,7 0 0,1-3 0,2-5 0,1-3 0,2-6 0,-1-1 0,0-1 0,0-4 0,0-6 0,-1-5 0,-1-7 0,-2-1 0,1-5 0,0-1 0,-2-3 0,2-4 0,-1-5 0,-2-2 0,-1-4 0,-1-3 0,-2-7 0,-2-3 0,-2-2 0,-2-3 0,-3 0 0,0 0 0,0 0 0,-4-5 0,-2-1 0,-4-2 0,-3-2 0,-2-1 0,-2 3 0,-2 4 0,0 2 0,0 5 0,2 4 0,2 4 0,5 17 0,4 12 0,3 14 0,2 11 0,5 5 0,2 3 0,4-1 0,2-1 0,1-2 0,3 4 0,0-3 0</inkml:trace>
  <inkml:trace contextRef="#ctx0" brushRef="#br0" timeOffset="250">475 442 9104,'-16'0'0,"1"1"0,1 1 0,3 1 0,1 4 0,5 0 0,1 1 0,3 0 0,3 3 0,3 0-1,3 1 0,2 3 1,2 0-1,1-1 0,0-3 0,0 1 1,0-4-1,0-1 1,-1-2 0,1-2 0,-1-3 0,0-3 0,-1-4 0,-4-2 0,2-5 0,-2 0 0,-1-4 0,0 1 0,-1 0 0,-1 2 0,-1 1 0,1 4 0,-2 1 0,3 5 0,-1 1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6:46.16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42 251 9076,'-9'-3'0,"-1"-1"0,0-1 0,1 1 0,5 1 0,4 3 0,5 3 0,3 4 0,2 2 0,2 4 0,2 0 0,1 2 0,1 4 0,1 3 0,0 1 0,1 1 0,1 0 0,0 0 0,0-4 0,-2-2 0,1-3 0,-3-5 0,1-3 0,0-5 0,-4-2 0,-2-5 0,-2-3 0,-3-4 0,-3-5 0,0-3 0,-2-2 0,-2-3 0,0 0 0,-3-2 0,-3 0 0,-2 0 0,0 4 0,-4-3 0,0-2 0,-1-3 0,-2-2 0,3-2 0,1 3 0,4 5 0,3 7 0,2 8 0,4 5 0,4 7 0,4 9 0,4 8 0,1 5 0,2 3 0,6 4 0,-1 0 0</inkml:trace>
  <inkml:trace contextRef="#ctx0" brushRef="#br0" timeOffset="381">516 277 9215,'-10'0'0,"1"-1"0,0-1 0,1-2 0,-2-2 0,1-1 0,1-2 0,0-1 0,0-3 0,-1 0 0,-1-2 0,-1-1 0,-1-2 0,-1 2 0,0 1 0,0 3 0,0 5 0,1 5 0,1 4 0,2 7 0,3 7 0,2 4 0,0 5 0,1-1 0,2 4 0,3-6 0,2 1 0,5 2 0,1-2 0,3 0 0,1-2 0,1-1 0,5-1 0,0-2 0,0-2 0,-1-5 0,1-4 0,-2-3 0,-1-2 0,1-4 0,-4-2 0,-1-1 0,-4-2 0,-5-2 0,-2-4 0,-2-1 0,-2-2 0,-2-2 0,-4-2 0,-1 0 0,-1 0 0,-1 1 0,-2 0 0,0-1 0,1 0 0,-3-3 0,0 0 0,0 0 0,2 0 0,1 4 0,1 6 0,3 6 0,3 6 0,2 12 0,4 7 0,1 7 0,2 3 0,2 0 0,1-3 0,1-4 0,1-2 0,5 1 0,-1-3 0</inkml:trace>
  <inkml:trace contextRef="#ctx0" brushRef="#br0" timeOffset="818">638 84 9033,'-8'7'0,"0"0"0,2 1 0,1 4 0,2 2 0,2 3 0,0 2 0,3 2 0,2 0 0,1-2 0,2-1 0,3-4 0,0 2 0,1-2 0,0-1 0,3 0 0,-4-5 0,2-2 0,1-1 0,2-3 0,-2-1 0,-2-3 0,-1-4 0,1-4 0,-2-3 0,-1-1 0,-1-1 0,-1-4 0,0 0 0,-1-4 0,-1-2 0,0-5 0,3-2 0,0 2 0,1 1 0,0 6 0,1 3 0,-1 4 0,1 5 0,0 10 0,-1 6 0,1 10 0,-2 8 0,1 5 0,-2 6 0,0 0 0,1-1 0,1-1 0,2-1 0,0-3 0,1-1 0,1 0 0,1-7 0,0 2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6:43.71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84 217 9143,'-4'3'0,"2"2"0,1 3 0,1 5 0,1 4 0,1 2 0,2 3 0,2 3 0,1 6 0,2 3 0,1 5 0,0 0 0,1 3 0,0-2 0,2-5 0,-1-6 0,0-10 0,0-7 0,-1-5 0,-1-3 0,2-5 0,-1-1 0,-2-4 0,-2-4 0</inkml:trace>
  <inkml:trace contextRef="#ctx0" brushRef="#br0" timeOffset="645">71 359 9064,'-7'-10'0,"-2"0"0,-1 2 0,0-1 0,2-1 0,0 0 0,2 0 0,0 0 0,2-3 0,2-1 0,1-1 0,1 1 0,1-3 0,2-1 0,3 0 0,3-2 0,5 2 0,1 1 0,2 2 0,2 1 0,2 2 0,1 1 0,1 3 0,-2 4 0,0 1 0,-1 3 0,-1 0 0,0 3 0,-2 3 0,-2 3 0,-2 1 0,0 3 0,-2 4 0,-1 2 0,-4 0 0,-4 4 0,0 2 0,-1 2 0,-1 0 0,-3-2 0,-1 0 0,-2-2 0,0-1 0,-3-1 0,-2-2 0,0-2 0,0 0 0,-1-3 0,2-1 0,-1-4 0,0-2 0,4-3 0,-1-4 0,3-3 0,3-6 0,1-2 0,2-2 0,1 0 0,2 0 0,4 1 0,1 2 0,1 1 0,1 2 0,2 1 0,0 2 0,1 2 0,1 1 0,3 1 0,-1 1 0,2 1 0,0 2 0,0 3 0,-2 1 0,-2 3 0,1 1 0,-5 3 0,-1 1 0,-4 1 0,-2 3 0,-2 0 0,0 3 0,-2-1 0,-2 1 0,-4-3 0,-3 0 0,-1-3 0,-2-1 0,2-1 0,-2-3 0,-2-1 0,1-3 0,-4-1 0,0-1 0,-1-2 0,-2-2 0,3-1 0,0-1 0,-1-1 0,0-4 0,3 0 0,3-5 0,2 1 0,3 1 0,2 1 0,3 1 0,1-1 0,5 2 0,2 0 0,4 1 0,3 1 0,-1 0 0,2 2 0,1-2 0,2 0 0,1-2 0,2-1 0</inkml:trace>
  <inkml:trace contextRef="#ctx0" brushRef="#br0" timeOffset="862">571 487 9207,'-7'0'0,"-1"1"0,0 1 0,-1 3 0,3 5 0,-1 0 0,3 0 0,0 4 0,1 0 0,2 1 0,1 2 0,1-2 0,2-1 0,1 0 0,2-1 0,3-1 0,-1-1 0,-1-3 0,0-1 0,1-3 0,0-2 0,0-1 0,-1-1 0,-1-1 0,-1-2 0,-1-3 0,-2-4 0,0-3 0,-1-2 0,-1-2 0,-1-3 0,-1-4 0,-5-2 0,-3-6 0</inkml:trace>
  <inkml:trace contextRef="#ctx0" brushRef="#br0" timeOffset="1029">494 141 9207,'-3'-23'0,"2"2"0,-3 6 0,1 4 0,1 7 0,2 5 0,0 5 0,0 3 0,0 7 0,0 4 0,0 4 0,0 3 0,1 4 0,0-2 0,2 1 0,1-3 0,0-1 0,3-3 0,1-2 0,1-3 0,2-4 0,0-5 0,2 0 0,1-3 0,1-3 0,2-3 0,1 0 0,0 0 0,1 0 0,-2 0 0,1-3 0,-1 0 0</inkml:trace>
  <inkml:trace contextRef="#ctx0" brushRef="#br0" timeOffset="1266">789 173 9065,'-9'-23'0,"-2"1"0,-1 0 0,0 7 0,1 3 0,3 4 0,1 3 0,2 3 0,2 2 0,0 2 0,0 5 0,2 4 0,-2 4 0,2 4 0,0 4 0,1 3 0,0 2 0,0 2 0,0 3 0,0 1 0,0 0 0,0-1 0,1 1 0,1 0 0,3-1 0,3 0 0,0-4 0,3-4 0,2-5 0,1-5 0,2-2 0,-2-3 0,1-3 0,-1-5 0,2-1 0,-1-2 0,-1-1 0,3-4 0,-1-4 0</inkml:trace>
  <inkml:trace contextRef="#ctx0" brushRef="#br0" timeOffset="1699">1020 397 9065,'-3'-10'0,"-1"2"0,-2 0 0,0 0 0,-1-1 0,0 1 0,-1-2 0,1 3 0,-2-3 0,2 0 0,0 0 0,-2 2 0,-1 0 0,0 3 0,-1 3 0,3 3 0,-1 3 0,2 5 0,-2 5 0,3 0 0,-1 4 0,2 2 0,2 3 0,1 1 0,2 2 0,0 1 0,0 0 0,3 0 0,2 0 0,4-2 0,3-2 0,2-4 0,3-1 0,1-7 0,0-3 0,0-5 0,-1 0 0,0-4 0,-1-3 0,-2-4 0,-4-8 0,-1-4 0,-1-5 0,-2-1 0,-2-4 0,-1-1 0,-3 0 0,0-1 0,0 0 0,-3 0 0,-1 0 0,-4-2 0,-3-3 0,-1-7 0,-1-5 0,1 3 0,1 3 0,3 10 0,3 9 0,3 11 0,2 10 0,0 9 0,2 8 0,3 10 0,0 2 0,2 1 0,-1 1 0,1 2 0,1 2 0,1 2 0,2 0 0,0-3 0,1-1 0,1-2 0,0-4 0,2-3 0,1-1 0,2-1 0,1 0 0,4 1 0,0-1 0,-1 0 0,2-2 0,2 0 0,-4 0 0,0 3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6:57.81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13 314 9163,'0'-5'0,"0"2"0,-3 0 0,2-2 0,-3 1 0,2-2 0,0 0 0,1-1 0,1 4 0,0 3 0,0 5 0,0 3 0,3 4 0,-1 5 0,2 3 0,1 1 0,1 2 0,0 3 0,1-1 0,2 1 0,-2-4 0,2-3 0,0-4 0,-1-3 0,1-4 0,-3-4 0,1-2 0,-1-4 0,0-4 0,1-5 0,-1-2 0,-2-1 0,2-3 0,-3-2 0,1 0 0,1-1 0,-2 1 0,2 0 0,0 0 0,-1 2 0,2-1 0,0 3 0,0 1 0,0 1 0,-1 3 0,4 4 0,-2 3 0,-1 2 0,1 4 0,-1 3 0,0 4 0,1 5 0,-1 3 0,1 3 0,-1 1 0,0 1 0,-1 0 0,-1 1 0,1-1 0,1-1 0,-1-1 0,0-5 0,0-3 0,0-4 0,0-2 0,2-3 0,-1-2 0,1-7 0,-1-2 0</inkml:trace>
  <inkml:trace contextRef="#ctx0" brushRef="#br0" timeOffset="1011">398 83 9416,'-6'-13'0,"-1"0"-1,1 3 1,2-1 0,0 2 0,1 1 0,2 1 0,3 2-5,2 0 1,2 3 0,0 5 0,1 3 0,-1 4 1,3 8 0,0 4-1,1 5 1,1 5 0,-1 4 0,0 4 0,0 1-1,0-1 0,1 4 0,1 1 1,-1 0-2,0-2 0,-3 0 1,0-5-1,-1-6-2,-3-7 1,1-9 0,-3-9 2,0-4 0,-4-4 0,-3-6 0,-1-1 2,-3-3 0,-1-1 0,-4-2 1,-2-1 0,-1-2 1,-3-1 0,3-2 0,-1 2 0,1 1 0,0 0 0,4 4 0,3 4 0,3 3 0,3 4 0,2 4 0,5 2 0,3 4 0,4 0 0,2 0 0,4-1 0,2-1 0,2-2 0,1-1 0,3-3 0,-2 0 0,2-3 0,0-1 0,2-4 0,-5 0 0,0 0 0,-1 1 0,-2 1 0,-3 1 0,-3 2 0,-2 0 0,-3 1 0,-4 4 0,0 3 0,2 0 0,-4-2 0,1-6 0,-1-4 0,-1-6 0,0-2 0,0-2 0,0-1 0,0-1 0,0-1 0,0-2 0,0-1 0,-1-6 0,0-1 0,-2 1 0,-1 2 0,3 8 0,-2 4 0,0 6 0,-1 4 0,0 11 0,0 10 0,0 8 0,0 7 0,-2 4 0,3 3 0,-1-2 0,-1-2 0,4-1 0,-1-2 0,1 0 0,1-1 0,1-1 0,2-5 0,2-3 0,4-4 0,1-2 0,-2-4 0,3-3 0,1-3 0,0-3 0,0-4 0,1-2 0,0-2 0,0-1 0,-1-2 0,-1-1 0,-2-3 0,0 1 0,-2-1 0,1 2 0,-2 1 0,-2 1 0,1 0 0,1 3 0,0-1 0,0 3 0,-1 1 0,-1 0-1,1 1 0,3 2 1,1 0-1,-1 2-2,-1 0 1,-1 3 0,0 0 0,1 2 1,-1 2 0,1-3 1,-2-2 0,0 1 0,0-3 0,-3-2 0,-3-3 0,-3-6 0,-2-4 0,0-1 0,-1-6 0,-1 0 0,-2-3 0,1-3 0,-1-2 0,-1-5 0,2 0 0,2 1 0,4 2 0,0 6 0,3 5-2,0 3 1,3 7 0,1 7 0,2 4 0,3 5 0,0 4 0,3 5 0,-3-1 0,1 1 1,1 0 0,0-1 0,1-2 0,1 3 0</inkml:trace>
  <inkml:trace contextRef="#ctx0" brushRef="#br0" timeOffset="1745">1027 333 9095,'-3'-4'0,"-1"0"0,-2 1 0,-1 0 0,1 2 0,0-1 0,-1 0 0,1 2 0,-1 0 0,1 0 0,0 3 0,2 3 0,2 2 0,2 3 0,2 1 0,2 2 0,2 3 0,1 2 0,2 1 0,1 0 0,2 2 0,2 1 0,1-2 0,2-1 0,2-2 0,-2-5 0,-1-5 0,0-3 0,1-3 0,-1-5 0,1-4 0,-4-5 0,-1-4 0,-5-7 0,2-2 0,-2-4 0,0-3 0,-2 3 0,0 1 0,-3 3 0,1 1 0,-2 3 0,1 6 0,-1 8 0,-1 9 0,0 6 0,0 6 0,0 2 0,0 4 0,0 2 0,0 1 0,2 4 0,1 1 0,0-1 0,2-1 0,1-3 0,0-2 0,2-4 0,0-4 0,0-6 0,3-5 0,-1-2 0,0-2 0,2-2 0,-2-5 0,1-2 0,0-1 0,-3 2 0,0 1 0,-1 1 0,0 2 0,-3 1 0,0 5 0,-2 0 0,3 0 0,-4-1 0,1-1 0,1-2 0,-1-2 0,0 0 0,1-1 0,0-2 0,2-3 0,-1-1 0,1-2 0,1-3 0,0 0 0,-1-2 0,-1-1 0,-2 0 0,2 1 0,-1 2 0,-2 1 0,-3-3 0,-2 3 0,-2 1 0,-1 2 0,0 7 0,-1 2 0,0 5 0,0 2 0,-1 5 0,0 6 0,1 5 0,1 3 0,2 3 0,0-1 0,1 0 0,1 1 0,1 2 0,2 2 0,1 2 0,1 3 0,2-4 0,4 1 0,1-4 0,1-2 0,3-2 0,2-4 0,0-4 0,1-5 0,-2-5 0,2-4 0,1-1 0,-1-1 0,1-4 0,0-3 0,-2-1 0,1-1 0,0 1 0,4-2 0,-1 2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7:01.933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26 173 9366,'-6'-13'0,"-1"1"0,1-1 0,2-3 0,1 2 0,3-3 0,1 1 0,1 0 0,0 1 0,2 3 0,0 2 0,2 4 0,-1 0 0,-1 2 0,-2 1 0,2 4 0,-1 2 0,-2 6 0,2 4 0,-1 9 0,0 4 0,1 3 0,-1 3 0,2 2 0,1 1 0,1 0 0,0-1 0,0 0 0,1-1 0,-1-1 0,3 0 0,0-1 0,1-4-1,1-6 1,-1-5 0,0-8 0,0-3-5,0-4 1,-1-7 0,1-4 0,-1-5-2,-1-7 0,-1-5 0,-1-5 1,1-3 0,-1-1 1,-1 3 0,-2 5 0,1 1 0,-1 2 1,-1 7 0,1 4 1,-1 6 1,-1 6 0,2 7 0,-1 5 1,0 6 0,3 5 0,-1 3 0,0 2 0,0 1 0,0 3 0,1 2 0,-1 2 0,1 0 0,3-2 0,1-4 0,1-4 0,2-5 0,-2-8 0,0-5 0,4-2 0,2-4 0</inkml:trace>
  <inkml:trace contextRef="#ctx0" brushRef="#br0" timeOffset="129">443 417 9137,'-6'6'0,"-2"1"0,1-1 0,1 0 0,0-2 0,3 1 0,-2-3 0,4 3 0,-2-1 0</inkml:trace>
  <inkml:trace contextRef="#ctx0" brushRef="#br0" timeOffset="1062">494 532 9133,'-9'10'0,"0"2"0,-2-2 0,3 0 0,3-1 0,0-2 0,3 0 0,0-5 0,3-2 0,0-4 0,1-4 0,3-4 0,-1-4 0,0-1 0,0-3 0,0-2 0,1-8 0,-2-3 0,0-5 0,-1-2 0,-2 0 0,1 0 0,1 2 0,0 4 0,2 7 0,1 8 0,1 10 0,0 12 0,0 10 0,-2 6 0,2 6 0,-3 1 0,2 2 0,-1 2 0,0 3 0,3 1 0,-1-1 0,0-2 0,-1-1 0,-1-4 0,1-2 0,1-4 0,-1-5 0,0-7 0,0-3 0,0-3 0,0-2 0,1-5 0,-1-4 0,-1-4 0,1-7 0,3-4 0,1-3 0,-1-3 0,-1 2 0,0 0 0,1 4 0,0 3 0,1 2 0,-3 5 0,1 6 0,-1 4 0,0 4 0,1 2 0,-1 2 0,-2 2 0,1 0 0,-1 1 0,0-1 0,1 1 0,-3-1 0,2 0 0,1-2 0,-1-1 0,-1-2 0,1 0 0,-1 1 0,-1 0 0,2-4 0,0-3 0,-1 0 0,1-3 0,1 0 0,-2-3 0,0-1 0,-1-3 0,-2-1 0,0 1 0,0-1 0,0-1 0,0 2 0,-1 1 0,-1 3 0,1 0 0,-3 5 0,-1 2 0,-1 3 0,-1 7 0,-1 5 0,-1 5 0,2 2 0,-3 5 0,2 3 0,0 4 0,1 3 0,1 2 0,2 1 0,2-1 0,1-3 0,2-2 0,3-3 0,3-4 0,2-4 0,4-5 0,3-6 0,0-3 0,-1-3 0,2-3 0,-2-3 0,0-5 0,-2-2 0,0-2 0,-1 0 0,-1-2 0,0 0 0,-3-2 0,0 0 0,-3-3 0,0-1 0,-2 1 0,2-1 0,-1 1 0,-1 3 0,-1 4 0,-1 4 0,1 0 0,-1 5 0,3 2 0,-1 6 0,1 6 0,0 4 0,3 6 0,-1 1 0,0 0 0,1 1 0,1-1 0,2-1 0,0-1 0,-3-1 0,3-5 0,-1-1 0,2-2 0,-1-2 0,0-4 0,0-3 0,-1-3 0,0-4 0,2-6 0,-3-4 0,0-3 0,-1-3 0,0-2 0,-2-2 0,0 1 0,2 0 0,-2 3 0,-1 5 0,0 5 0,0 4 0,-2 5 0,2 5 0,-2 6 0,3 5 0,-2 7 0,-1 1 0,1 2 0,2 4 0,-3-1 0,2-2 0,1-1 0,1-1 0,0-3 0,1-1 0,-1-1 0,2-3 0,2-4 0,-1-1 0,0-4 0,3 2 0,-2-4 0</inkml:trace>
  <inkml:trace contextRef="#ctx0" brushRef="#br0" timeOffset="1533">1309 629 9020,'-3'5'0,"-1"0"0,-2 0 0,0-1 0,2 2 0,1-2 0,6-2 0,1-4 0,0-2 0,0 1 0,0-3 0,3 2 0,-1-1 0,1 0 0,0 0 0,1 0 0,0 1 0,0-1 0,0 0 0,0 2 0,1 1 0,1-1 0,-1-2 0,1 1 0,2 1 0,3 0 0,-1 2 0,4 0 0,1-2 0,2 2 0,0 0 0,-2 1 0,-2 0 0,0 0 0,0 0 0,-1-2 0,-2 0 0,-3 1 0,-5-2 0,0 0 0,-3-1 0,-1-1 0,-5 0 0,-3-2 0,-3 1 0,-1-1 0,0-2 0,-3-2 0,-1-1 0,-1-3 0,0-3 0,-4-6 0,1-4 0,1-5 0,-2 1 0,6 0 0,3 4 0,2 4 0,5 5 0,1 7 0,2 3 0,5 4 0,0 3 0,6 3 0,2 2 0,1 1 0,3 0 0,-1 2 0,0-1 0,2-1 0,0-3 0,0 2 0,-1-1 0,1 0 0,0 1 0,-1-3 0,4 0 0,-1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7:04.962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6 39 9091,'0'-4'0,"0"0"0,-2 1 0,1 1 0,-1 0 0,4 0 0,2 0 0,2-1 0,3 2 0,3-1 0,2-1 0,3 1 0,1-2 0,2 2 0,2 0 0,1 2 0,3 0 0,0 0 0,1 3 0,-2 1 0,-4 2 0,0 0 0,-1 3 0,0 1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7:05.84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266 304 9199,'0'-13'0,"0"1"0,0 1 0,0 0 0,0 0 0,2-4 0,0-2 0,0 0 0,-1 0 0,-1 1 0,-1-2 0,-1 1 0,-3 2 0,-3 3 0,-3 4 0,-1 3 0,-1 3 0,-2 7 0,-2 7 0,0 7 0,0 8 0,0 3 0,-2 6 0,-1 2 0,1 2 0,2 3 0,1 4 0,1 2 0,3 2 0,2-5 0,4-2 0,2-2 0,4-5 0,4-4 0,4-7 0,4-3 0,2-3 0,2-9 0,4-3 0,1-4 0,0-3 0,4-7 0,-3-3 0,1-5 0,-1-6 0,-2-4 0,-2-4 0,0-2 0,-2 0 0,0 1 0,-4 1 0,-3 5 0,-3 1 0,-2 3 0,-1-1 0,-3 2 0,-1 6 0,-3 4 0,-1 5 0,-5 4 0,0 4 0,2 7 0,1 6 0,1 3 0,0 2 0,2 1 0,2 0 0,2 1 0,2-1 0,2-2 0,5 1 0,4-1 0,4-4 0,4-2 0,2-8 0,3-5 0,-1-3 0,1-7 0,0-3 0</inkml:trace>
  <inkml:trace contextRef="#ctx0" brushRef="#br0" timeOffset="319">542 612 9276,'-9'13'0,"-2"0"0,2-1 0,0 1 0,3-3 0,1-1 0,3-4 0,2-1 0,3-5 0,4-2 0,3-4 0,2-4 0,0-6 0,1-3 0,1-2 0,1-2 0,-2-1 0,2-1 0,-1 0 0,-1 1 0,-1-4 0,-2 0 0,-4-1 0,-3 0 0,-3 7 0,-3 2 0,-3 7 0,-4 7 0,-5 5 0,-2 6 0,0 6 0,0 6 0,2 5 0,-1 9 0,0 2 0,-1 3 0,4-2 0,0 0 0,3-4 0,3-3 0,4 2 0,1-3 0,5-1 0,3-1 0,4-2 0,6-3 0,3 0 0,4-3 0,2-5 0,0-2 0,2-3 0,0-3 0,0-1 0,2-2 0,-3-1 0,-3-2 0,-2-5 0,-2-1 0</inkml:trace>
  <inkml:trace contextRef="#ctx0" brushRef="#br0" timeOffset="754">818 298 9296,'-13'-25'0,"1"4"0,1 4 0,4 8 0,3 5 0,2 9 0,0 6 0,1 4 0,1 4 0,0 4 0,0 2 0,1 5 0,1 1 0,0 1 0,2 0 0,2 0 0,1 0 0,1-3 0,3-4 0,0-5 0,2-5 0,-1-4 0,1-3 0,1-3 0,1-3 0,-2-3 0,0-3 0,-2-5 0,1-5 0,-1 1 0,1-3 0,-2 0 0,-1-1 0,2 1 0,-2 0 0,0 1-1,0 2 0,0 2 1,-2 5-1,1 2-3,0 3 0,1 2 0,-3 4 1,-1 6-1,-1 4 1,-3 4-1,2 0 1,-1 1 0,1 2 0,-1-2 0,-3 4 0,-1 0 0,-2 1 1,0-2 0,0-2 0,-1-2 0,-1-2 0,-1 1 0,-1-4 1,-1-2-1,-1-5 1,-1-1 0,-2-4 0,0-2 0,-2-4 1,1-4 0,-4-7 0,1-3 0,1-5 0,-1 0 0,4-4 0,3 2 0,2 4 0,5 2 0,1 2 0,2 4 0,2 4 0,4 5 0,5 2 0,2 1 0,2 1 0,1 0 0,3 0 0,0 3 0,1 0 0</inkml:trace>
  <inkml:trace contextRef="#ctx0" brushRef="#br0" timeOffset="1650">1453 535 9224,'-3'-6'0,"-1"-4"0,-1 3 0,0-2 0,0 0 0,0 0 0,0-2 0,-2-1 0,1-3 0,-3-2 0,0 2 0,0 1 0,-1 0 0,-1 2 0,0 2 0,-1 2 0,-1 3 0,1 6 0,-1 8 0,0 6 0,0 8 0,2 1 0,1 5 0,1 0 0,1 0 0,3-1 0,2 1 0,0 0 0,2-2 0,0-1 0,2-3 0,1-2 0,5-3 0,2-4 0,4-5 0,0-5 0,0-3 0,2-7 0,2-5 0,-1-5 0,-1-2 0,-1-4 0,-2-2 0,1-1 0,0 0 0,-2 0 0,-1 1 0,-1 3 0,-1 1 0,-3 3 0,-2 1 0,0 3 0,-1 5 0,-4 8 0,-1 6 0,0 4 0,1 6 0,-2 2 0,1 3 0,2 0 0,0-1 0,1 1 0,1 0 0,1 0 0,2 1 0,4 0 0,1-2 0,1 0 0,1-4 0,3-4 0,0-5 0,1-4 0,0-3 0,-2-3 0,-1-4 0,-2-5 0,0-6 0,-4-4 0,0-2 0,-2-2 0,1 3 0,-3 0 0,0 2 0,-2 2 0,-3 0 0,0-1 0,-1 0 0,-1 0 0,1 3 0,-2 7 0,1 2 0,1 3 0,3 3 0,-2 5 0,3 3 0,2 6 0,1 5 0,0 2 0,2 0 0,1-1 0,1 0 0,1-1 0,1 1 0,0 0 0,-1 0 0,1-2 0,1-1 0,1-3 0,0 0 0,0-4 0,1-2 0,1-3 0,-2-6 0,1-4 0,0-5 0,-1-5 0,0-2 0,-2-2 0,-1 1 0,-1 1 0,-1 0 0,-1 3 0,-1-1 0,1 2 0,-2 2 0,-1 3 0,1 4 0,0 3 0,2 6 0,-1 4 0,1 5 0,1 2 0,1 3 0,-1 1 0,-2 0 0,1 1 0,0 1 0,0-1 0,2 2 0,1 0 0,1-2 0,-1-1 0,2-1 0,0 2 0</inkml:trace>
  <inkml:trace contextRef="#ctx0" brushRef="#br0" timeOffset="2417">2088 529 9057,'-10'-4'0,"-2"-2"0,3 2 0,0-2 0,0 0 0,-2-4 0,2-3 0,1-4 0,1-4 0,-1 1 0,-1-2 0,1 1 0,-2 2 0,3 7 0,-3 2 0,0 5 0,0 2 0,2 9 0,-1 6 0,2 5 0,1 6 0,0 5 0,1 1 0,1 1 0,2 0 0,-1-3 0,3 2 0,1-2 0,1 1 0,4 2 0,3-2 0,2-2 0,3-1 0,0-4 0,4-5 0,-1-6 0,1-5 0,1-5 0,2-4 0,0-6 0,-3-6 0,-1-4 0,-4-9 0,-1-2 0,-2-3 0,1 1 0,-4 3 0,-2 2 0,-1 2 0,-3-3 0,-3-1 0,-2-4 0,-2-2 0,-3 0 0,-3 0 0,-1 2 0,-2 3 0,1 5 0,3 8 0,2 7 0,5 6 0,2 10 0,1 6 0,1 7 0,1 5 0,1 6 0,2 3 0,2 3 0,1 3 0,1 0 0,1-2 0,1-2 0,1-2 0,2-2 0,0-3 0,-1-2 0,1-6 0,0-5 0,0-2 0,0-4 0,-1-1 0,-1-3 0,-1-2 0,0-1 0,-2-4 0,-2-1 0,1-2 0,-1-1 0,1 3 0,-1 0 0,1-1 0,-1-1 0,0 0 0,1 0 0,-1 2 0,0-2 0,-1 2 0,-1-2 0,1 0 0,-1-1 0,-1-1 0,1-2 0,-1 1 0,1-4 0,0-3 0,-1 0 0,0-2 0,-2-4 0,1-2 0,-2-2 0,-2-2 0,-2 4 0,-2 5 0,-1 4 0,1 6 0,-3 1 0,1 7 0,-1 5 0,0 6 0,2 9 0,-2 6 0,2 4 0,1 3 0,2-1 0,2-1 0,1-2 0,1-2 0,3-1 0,2-1 0,4-3 0,4-1 0,2-4 0,4-1 0,1-5 0,-2-3 0,-1-4 0,1-3 0,-3 0 0,-1 0 0,-1-3 0,-2-3 0,-3-2 0,0 0 0,-2 1 0,0 1 0,1-1 0,-1 1 0,1 0 0,-4 2 0,0 1 0</inkml:trace>
  <inkml:trace contextRef="#ctx0" brushRef="#br0" timeOffset="3183">1215 234 8995,'-6'-7'0,"2"1"0,-1-1 0,1-1 0,1-1 0,0 1 0,1-1 0,-1 0 0,2-1 0,0 2 0,1-1 0,-2 0 0,0 1 0,0-3 0,2 2 0,0 1 0,0-1 0,0 1 0,1 0 0,0 3 0,2 1 0,0 1 0,2 1 0,1 2 0,-2 1 0,0 1 0,0 3 0,-1 3 0,-1 4 0,0 3 0,1-1 0,-1 0 0,0 0 0,-2 0 0,0-3 0,0-1 0,0-1 0,1-4 0,1 0 0,-1-4 0,3-6 0,-1-6 0,1-4 0,-1-7 0,2-1 0,0-1 0,0 0 0,0 3 0,0 4 0,-2 2 0,0 4 0,1 3 0,-2 7 0,0 5 0,-1 8 0,-1 7 0,0 1 0,0 1 0,0-1 0,0-2 0,0-1 0,0-2 0,2-4 0,3-2 0,0-5 0,2-1 0</inkml:trace>
  <inkml:trace contextRef="#ctx0" brushRef="#br0" timeOffset="3501">1369 163 8995,'-3'7'0,"-1"1"0,-1 0 0,0-1 0,1-4 0,-1 0 0,2-1 0,1-4 0,1-3 0,2-1 0,0-3 0,2-2 0,1-3 0,-1-1 0,2-1 0,-1 0 0,-1-1 0,2 2 0,-1 0 0,1 0 0,-1 3 0,2 4 0,-2-1 0,1 2 0,0 1 0,0 3 0,-1 6 0,-1 4 0,0 5 0,-3 1 0,0 2 0,0 2 0,0 2 0,0 0 0,-2 0 0,0-2 0,0-2 0,2-4 0,-1-1 0,-1-1 0,1-1 0,-1-6 0,1-3 0,1-6 0,0-2 0,0-1 0,0-2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7:37.494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69 257 9100,'-17'-8'0,"-1"7"0,7-5 0,2 13 0,1 11 0,4 8 0,2 10 0,2 10 0,10 9 0,7 19 0,10 8 0,5 8 0,4-3 0,4 3 0,4-9 0,-1-6 0,9-14 0,-5-10 0,5-13 0,-3-13 0,-1-4 0,1-16 0,-1-3 0,-2-6 0,-16-13 0,-1-9 0,-9-5 0,-2-3 0,-9 2 0,-3-16 0,-6-5 0,-6-8 0,-5-15 0,-12-10 0,-6-9 0,14 45 0,-2-1 0,-3 1 0,-2-1 0,0 2 0,0 1 0,-21-41 0,3 7 0,11 14 0,6 14 0,4 12 0,12 27 0,7 29 0,11 18 0,10 17 0,6 8 0,7 6 0,0-6 0,0-3 0,8-3 0,2 8 0,7 2 0</inkml:trace>
  <inkml:trace contextRef="#ctx0" brushRef="#br0" timeOffset="433">1096 480 9100,'-7'-17'0,"-5"-1"0,-9-4 0,-2-1 0,1 0 0,-3-2 0,-2 4 0,-7-5 0,0 1 0,-1 4 0,1 4 0,2 5 0,3 9 0,7 6 0,4 16 0,7 16 0,5 12 0,4 14 0,4 10 0,6 14 0,7 3 0,6 3 0,11-5 0,1-1 0,7-10 0,3-11 0,1-12 0,4-14 0,-3-10 0,3-11 0,-4-7 0,1-12 0,1-6 0,-2-9 0,-4-9 0,-10-14 0,-3-6 0,-2-5 0,-4-7 0,-10-2 0,-5-11 0,-4-3 0,-4-4 0,-4-6 0,-5 6 0,-3 10 0,3 9 0,-2 21 0,7 9 0,2 25 0,10 18 0,7 16 0,8 14 0,6 5 0,7 5 0,0 1 0,0 2 0,1 6 0,-1-4 0,0 2 0,0-8 0,1-4 0,-1-11 0,0-7 0,0-16 0,-1 0 0,-3-7 0,-3-10 0,-2-8 0,-1-14 0,-3-11 0,2-8 0,-6-9 0,-5-3 0,1 0 0,2 5 0,2 1 0,-2 11 0,-1 8 0,-3 10 0,-1 15 0,3 18 0,-3 16 0,-3 12 0,5 17 0,-7 4 0,9 5 0,-5 1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7:35.79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241 652 9179,'0'-8'0,"0"10"0,2 15 0,3 15 0,5 20 0,9 20 0,4 16 0,-10-39 0,2 2 0,3 4 0,2-1 0,1-1 0,0 0 0,1 2 0,0 1 0,2 0 0,-1 0 0,-1 2 0,-2 0 0,0 0 0,0-2 0,-2-5 0,0-3 0,17 38 0,-9-20 0,-3-14 0,-4-14 0,-2-13 0,-7-12 0,-4-19 0,-5-5 0,-2-6 0,-7-8 0,-9-9 0,-10-10 0,-7-15 0,-8-11 0,-7-12 0,22 37 0,-2 0 0,-2-1 0,0-1 0,1 2 0,1 1 0,-1-3 0,1 0 0,-1 1 0,1-3 0,-6-7 0,1-4 0,3-3 0,1-1 0,3-1 0,1 0 0,3 0 0,2 1 0,7 5 0,2 2 0,2 5 0,2 1 0,1-40 0,5 9 0,11 12 0,7 9 0,7 4 0,3 7 0,3 6 0,5 14 0,0 7 0,0 12 0,3 7 0,3 6 0,7 5 0,8 10 0,-1 16 0,5 16 0,-2 10 0,0 12 0,-2 5 0,-9-4 0,-8 2 0,-8-3 0,1-9 0,-9 1 0,-1 2 0,-4 0 0,-5-3 0,-5-3 0,-7-7 0,0-1 0,0 1 0,-1-16 0,-5-8 0,-6-7 0,-9-11 0,-3-5 0,-1-5 0,0-5 0,-3-7 0,5-9 0,4-1 0,6 1 0,5 2 0,21 11 0,6 8 0,6 11 0,5 10 0,9 6 0,2 7 0,3 0 0,4 1 0,1-1 0,3 0 0,-3 0 0,-3 1 0,1-1 0,-5 0 0,-2 0 0,-4 1 0,-5 5 0,-16 2 0,-4-1 0,-5 1 0,-4 10 0,-2-7 0,-2-1 0,-4 0 0,-9-8 0,-10 4 0,-1-6 0,-5-5 0,-3-5 0,-6-6 0,-4-1 0,1 0 0,-13-2 0,7-4 0,-1-5 0,3-4 0,1-2 0,-3 0 0,5 0 0,10 0 0,7-8 0,33 7 0,13-5 0,15 4 0,10 10 0,7 1 0</inkml:trace>
  <inkml:trace contextRef="#ctx0" brushRef="#br0" timeOffset="201">1628 1576 9080,'-25'17'0,"-2"1"0,1-1 0,5 0 0,6 2 0,5 2 0,3 2 0,3 7 0,9-1 0,7 5 0,3 6 0,2-2 0,0 6 0,2-1 0,4 1 0,-4-8 0,6 0 0,-2-7 0,0-4 0,-6-2 0,-6-6 0,1 0 0,5 0 0</inkml:trace>
  <inkml:trace contextRef="#ctx0" brushRef="#br0" timeOffset="384">1439 429 9043,'-26'0'0,"-5"0"0,9 2 0,3 5 0,5 11 0,8 8 0,5 10 0,1 10 0,15 2 0,8 16 0,7 9 0,4 10 0,-16-37 0,0 2 0,2 2 0,0 0 0,2-1 0,0-2 0,22 38 0,5-7 0,-5-11 0,2-4-4252,0-6 4252,-8-12 0,3-3 0,-6-8 0</inkml:trace>
  <inkml:trace contextRef="#ctx0" brushRef="#br0" timeOffset="618">1902 378 9180,'-25'-10'0,"-2"-5"0,1 13 0,3-4 0,4 4 0,2 4 0,2 6 0,1 9 0,3 10 0,7 1 0,-2 4 0,4 5 0,2-1 0,8 9 0,5 7 0,8 9 0,8 5 0,3 18 0,4 7 0,-16-41 0,0 1 0,3 4 0,0-1 0,-1-5 0,0 1 0,1 1 0,-1 0 0,1 0 0,0-1 0,-1 0 0,0 1 0,0 3 0,0 1 0,-3-2 0,0 0 0,0-4 0,0-1 0,13 34 0,2-14 0,-7-24 0,7-2 0</inkml:trace>
  <inkml:trace contextRef="#ctx0" brushRef="#br0" timeOffset="1122">2587 1354 9136,'-10'-17'0,"-3"-1"0,-6 1 0,2 0 0,0 0 0,3-2 0,-1-4 0,0 2 0,-2-5 0,0 1 0,0 4 0,-1 2 0,1 4 0,0 3 0,0 7 0,0 18 0,2 12 0,3 13 0,7 13 0,3 10 0,2 15 0,2 8 0,3 5 0,5 10 0,9-2 0,4 0 0,5-5 0,5-9 0,1-18 0,2-6 0,4-8 0,4-18 0,7-7 0,-1-10 0,-5-11 0,5-12 0,-7-12 0,1-14 0,-4-10 0,-9-16 0,-7-10 0,-3-13 0,-5-13 0,-13 44 0,-1-1 0,1-5 0,0-2 0,-2 3 0,-2 0 0,-1 1 0,-2 0 0,-3-2 0,-3 0 0,-4-1 0,-2-1 0,-3-4 0,0-1-40,-3-2 1,-2 1-1,-1 1 1,-1 2 0,-1 1-1,0 2 1,1 6 0,1 2 39,-19-35 0,16 38 0,12 29 0,14 31 0,12 30 0,11 24 0,4 10 0,1 8 0,5 5 0,-13-38 0,2 1 0,0 0 0,2 1 0,0 1 0,-1 0 0,-1-5 0,0-1 0,3 1 0,0-1 0,0-2 0,0-2 0,20 41 0,-15-42 0,0 0 0,23 41 0,2-6 0,1-10 0,-3-7 0,-3-17 0,-1-4 0,1-4 0,-3-2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7:33.215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69 374 9258,'-12'0'0,"1"0"0,0 0 0,-7 0 0,9 1 0,3 5 0,4-2 0,2 7 0,2-5 0,2 6 0,4 3 0,1 6 0,3 7 0,5 12 0,0 6 0,-6 5 0,1 4 0,3 4 0,6 2 0,-2 2 0,4 6 0,-4-1 0,-2 1 0,6-1 0,1 2 0,1 3 0,0 1 0,0-5 0,-5-9 0,3-3 0,0-5 0,2-5 0,-6-16 0,4-3 0,-4-9-2,-2-7 0,0 3 1,0-4-5,0 5 1,0-7-1,1-3 3,-1-4 0,0-2 0,0 0 0,-2-2 1,-3-4 1,-3-3 0,-5-10-1,2-2 2,-3-2 0,-1-8 0,-2 3 0,0-6 0,0-6 0,-2 2 0,-1-6 0,-3 0 0,2 0 0,-4 6 0,3-2 0,-1 4 0,-2 2 0,7 7 0,-5 4 0,4 4 0,2 2 0,0 0 0,0 8 0,2 3 0,4 12 0,1 3 0,6 10 0,-3 2 0,-2 2 0,5 7 0,-2-1 0,5 3 0,1 3 0,0 5 0,0 0 0,0-1 0,0 3 0,6-6 0,2 3 0,1-7 0,5-4 0,-5-12 0,3-1 0,0-6 0,-1-5 0,1-2 0,-8-15 0,-1-8 0,-6-10 0,-1-1 0,-7-16 0,-2-5 0,-2-10 0,-2-9 0,-2-10 0,-6-11-1,-9-4 1,6 45-1,-3-1 1,-2 5 0,-2-1-1,1-2 1,0 0-1,-1-4 0,1 1 0,1 1 0,0 0 1,1 0-1,2 3 0,-10-34 0,4 16 1,9 24 0,3 34 0,7 29 0,0 17 0,0 16 0,7 7 0,3 7 0,1-1 0,0-4-3392,3-2 3392,1-2 0,4-7 0,4-5 0,4-3 0</inkml:trace>
  <inkml:trace contextRef="#ctx0" brushRef="#br0" timeOffset="534">1679 956 9088,'-18'0'0,"1"0"0,0 7 0,2 5 0,2 5 0,3 6 0,3 5 0,3 12 0,8 6 0,5 5 0,4 5 0,6 1 0,8 5 0,-2-4 0,1-5 0,5-6 0,-5-7 0,3-11 0,0-8 0,-3-8 0,-1-5 0,-10-12 0,-3-8 0,-3-8 0,-5-20 0,2-8 0,-3-7 0,-8-14 0,-7-11 0,-3-5 0,-2-7 0,-2 7 0,-4-5 0,-7 5 0,-8-3 0,1-1 0,-3 7 0,6 12 0,6 18 0,5 20 0,6 20 0,3 14 0,3 14 0,7 24 0,0 17 0,8 7 0,8 5 0,3-1 0,4-1 0,4-4 0,5-6 0,5-4 0,1-2 0,2 1 0,4-5-3392,6-7 3392,-5 0 0,13-19 0,-5 4 0,4-6 0,5-6 0</inkml:trace>
  <inkml:trace contextRef="#ctx0" brushRef="#br0" timeOffset="762">2312 1350 9088,'17'9'0,"0"-3"0,-1-6 0,-3-6 0,-4-7 0,-1-8 0,0-8 0,-4-11 0,1-5 0,-1-5 0,-2-9 0,-2-2 0,0-1 0,0-1 0,0 0 0,-2-5 0,-6 1 0,-9 4 0,0 12 0,-6 13 0,2 9 0,-1 12 0,3 13 0,-4 21 0,4 20 0,2 14 0,5 12 0,3 9 0,-1 4 0,1 2 0,5-4 0,-2 8 0,6 4 0,6 3 0,5 6 0,12-9 0,6-8 0,3-6 0,4-18 0,4-9 0,6-9 0,3-7 0,3-12 0,-3-13 0,-3-8 0,3-21 0,-5-11 0</inkml:trace>
  <inkml:trace contextRef="#ctx0" brushRef="#br0" timeOffset="1186">3168 887 9033,'-24'-7'0,"-9"5"0,-7-6 0,2 1 0,4-5 0,4-9 0,1-3 0,-1-3 0,-3-4 0,7 5 0,3 1 0,4 4 0,2 6 0,0 13 0,-1 8 0,9 13 0,3 21 0,4 3 0,2 1 0,6 6 0,2-5 0,1 5 0,4 1 0,3 8 0,3 4 0,4 5 0,5 7 0,4-11 0,5 5 0,1-6 0,2-8 0,1-8 0,-2-18 0,2-8 0,3-8 0,0-7 0,0-14 0,-8-11 0,-6-13 0,-9-14 0,0-17 0,-8-13 0,-7-11 0,-4-6 0,-4-6 0,-4 4 0,-5 1 0,-2 39 0,-3-2 0,-2-1 0,-2 0 0,-2-4 0,-3-2-30,-4-2 1,-1-1-1,1 2 1,1 1-1,-1 3 1,1 2-1,3 10 1,0 5 29,-15-19 0,10 29 0,18 49 0,7 23 0,3 27 0,9 22 0,-1-32 0,0 2 0,1 4 0,1 0 0,0 3 0,1 0 0,3-2 0,1-1 0,1 3 0,0 0 0,3-3 0,1 0 0,1-4 0,2 0 0,-3 1 0,2-2 0,2-8 0,1-1 0,0-1 0,0-1 0,21 35 0,5-4 0,-1-18 0,3-1 0,-3-8 0</inkml:trace>
  <inkml:trace contextRef="#ctx0" brushRef="#br0" timeOffset="1534">3871 1470 9033,'0'17'0,"0"0"0,0-6 0,0 1 0,0 1 0,0 2 0,7-5 0,5-5 0,5-3 0,6-2 0,3 0 0,7 2 0,-1 2 0,2 2 0,-3-1 0,10-5 0,-1 0 0,0 0 0,0 0 0,-5 0 0,-1 0 0,0 0 0,-2-1 0,-1-5 0,-5-6 0,-1-3 0,-2 2 0,-8-2 0,-3-4 0,-7 0 0,3-2 0,-2 0 0,-2-2 0,-3 2 0,-6 2 0,-3 0 0,-3-2 0,-8-2 0,0-7 0,-8 1 0,-2-5 0,-3-6 0,2-6 0,-12-13 0,2-5 0,0-3 0,2-3 0,9 14 0,8 5 0,8 4 0,5 10 0,10 5 0,6 13 0,9 11 0,10 6 0,11 4 0,4 4 0,1 5 0,1 5 0,4 3 0,-3 2-3392,3 2 3392,1 7 0,7-3 0,-5 7 0,-3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7:39.39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256 152 9352,'0'-34'0,"0"6"0,0 1 0,0 2 0,2 6 0,4 6 0,-3 7 0,7 12 0,-1 7 0,1 8 0,-4 15 0,5 16 0,4 10 0,6 11 0,-2 7 0,6 11 0,-2 4 0,0 0 0,5-2 0,-3-5 0,0 3 0,-13-43 0,0 1 0,3 4 0,-1-1 0,-2 0 0,-1-1 0,12 42-1,1-9 1,-5-18 0,4-14 0,-4-10 0,-2-14 0,0-3 0</inkml:trace>
  <inkml:trace contextRef="#ctx0" brushRef="#br0" timeOffset="319">85 426 9335,'-27'-9'0,"2"1"0,10 6 0,4-5 0,5-9 0,8-6 0,9-5 0,12-3 0,9-3 0,10-3 0,10-2 0,9-2 0,7 2 0,6 9 0,4 7 0,0 3 0,10 3 0,-8 5 0,-4 5 0,-4 4 0,-9 8 0,0 2 0,0 1 0,-3 5 0,-8-7 0,-3 8 0,-5-5 0</inkml:trace>
  <inkml:trace contextRef="#ctx0" brushRef="#br0" timeOffset="649">187 1043 9314,'-17'0'0,"0"0"0,10-6 0,7 0 0,9 3 0,14-1 0,7 0 0,8-4 0,8-1 0,5-3 0,8-5 0,8 0 0,5 0 0,10-2 0,-2-2 0,6-4 0,5-1 0,-42 12 0,1 1 0,2-2 0,1 2 0,-4 1 0,1 3 0,45-5 0,-12-1 0,-6 6 0</inkml:trace>
  <inkml:trace contextRef="#ctx0" brushRef="#br0" timeOffset="983">1609 495 9262,'-2'-42'0,"-4"-2"0,-5-1 0,-3 1 0,1 4 0,4 7 0,1 9 0,-5 5 0,5 11 0,-3 8 0,5 13-2,4 14 1,-4 5 0,1 20 0,1 7-2,2 5 1,-4 7 0,1 3 0,1 4 1,2 0 0,2-2 0,0-5 0,0 3 1,0 6 0,0 9 0,2 3 0,3-5 0,7-5 0,11-14 0,5-11 0,5-5 0,1-6 0,2-12 0,4-11 0,6-6 0,3-6 0,2-3 0,8-23 0,2-5 0</inkml:trace>
  <inkml:trace contextRef="#ctx0" brushRef="#br0" timeOffset="1300">2225 1146 9244,'-28'-23'0,"-1"0"0,-1 0 0,-3-2 0,5 4 0,-1-5 0,-1-1-1,-2 1 1,-3 6-1,3 3 0,3 10 0,12 14 0,12 12 1,3 16 0,2 14 0,7 10 0,5 10 0,5-1 0,6 1 0,-2-5 0,5-5 0,1-9 0,0-6 0,1-12 0,4-9 0,-1-6 0,-3-6 0,-5-3 0,4-10 0,-2-4 0,-4-5 0,-2-6 0,-2-8 0,-2-7 0,-4-6 0,-1-10 0,-6 0 0,1-5 0,-1-4 0,0-4 0,0 8 0,2 5 0,-3 5 0,1 5 0,2 11 0,5 10 0,4 19 0,3 19 0,-1 13 0,0 8 0,0 9 0,0 6 0,2 0 0,4 2 0,-4-7 0,6 1 0,-1-9 0,5-8 0,-2 0 0,1-13 0,1 0 0,5-6 0</inkml:trace>
  <inkml:trace contextRef="#ctx0" brushRef="#br0" timeOffset="1616">2808 1505 9225,'11'0'-3,"0"0"0,-5-2 3,6-3 0,-1 3 0,6-4 0,0 4 0,0 2 0,0 0 0,2 0 0,4 0 0,4 2 0,7 2 0,2 2 0,4-3 0,4 5 0,9-2 0,3-3 0,1-1 0,0-2 0,-6 0 0,-1 0 0,-5 0 0,-3-7 0,-10-3 0,-5-1 0,-10-1 0,-2 1 0,-11-8 0,-6-2 0,-7-2 0,-14-7 0,-7 1 0,-9-5 0,-6-6 0,-5-6 0,-3-11 0,-4-7 0,-6-9 0,-2-3 0,34 37 0,0 0 0,-24-29 0,7 9 0,10 13 0,13 8 0,10 7 0,5 9 0,7 10 0,8 7 0,7 3 0,3 2 0,4 0 0,4 0 0,5 0 0,5 0 0,1 0 0,2 0 0,4 2 0,6 3 0,5-1 0,6 7 0,6 3 0,4 9 0,1 3 0</inkml:trace>
  <inkml:trace contextRef="#ctx0" brushRef="#br0" timeOffset="1883">4023 906 9116,'-15'-10'0,"4"-5"0,-20 6 0,7-10 0,-1-2 0,0-4 0,2 0 0,1 0 0,-1 5 0,0-3 0,4 4 0,-4 3 0,4 13 0,-2 3 0,6 11 0,3 10 0,9 8 0,-3 10 0,4 9 0,2 7 0,8 8 0,3 9 0,4 3 0,2-3 0,8 4 0,2-2 0,1-3 0,1-7 0,5-12 0,6-14 0,0-8 0,2-7 0,0-12 0,5-7 0,-3-10 0,-2-11 0,-2-15 0,2-19 0,1-10 0</inkml:trace>
  <inkml:trace contextRef="#ctx0" brushRef="#br0" timeOffset="2384">4280 666 9116,'-32'-82'0,"3"10"0,7 15 0,10 23 0,7 26 0,3 23 0,9 21 0,5 27 0,3 10 0,2 3 0,2 9 0,2-1 0,4 5 0,1 1 0,3-3 0,5-1 0,2 0 0,4-1 0,-2-16 0,8-14 0,2-17 0,1-13 0,2-14 0,1-7 0,-1-12 0,0-15 0,-5-7 0,0-21 0,-1-10 0,-1-10 0,-2-7 0,-8-7 0,1 1 0,-1 4 0,-6 10 0,-1 13 0,-2 11 0,-4 19 0,-2 18 0,-4 18 0,-4 8 0,5 14 0,-5 1 0,2 6 0,-1 0 0,9 4 0,-4-4 0,4-5 0,3-9 0,-3-12 0,8-7 0,1-5 0,3-5 0,-1-12 0,-1-14 0,-3-7 0,3-8 0,1-1 0,0-1 0,-3 5 0,-6 1 0,-6-4 0,-4 6 0,-3 0 0,-3-2 0,-1 4 0,-8-6 0,-4 1-1,-5-1 0,-4 6 0,-4 0 1,-2 9-1,-2 12 0,-8 10 0,3 16 0,-5 16 1,-1 19 0,6 13 0,1 13 0,2 2 0,4 3 0,2 4 0,2-2 0,2-1 0,4 0 0,3-2 0,10-6 0,6 1 0,9-1 0,15-9 0,14-7 0,3-12 0,2-10 0,8-5 0,4-10 0,2-3 0,-2-7 0,-4-3 0,-8-2 0,0 0 0,1 0 0,-6-5 0,-3-3 0,-1 0 0,-4 1 0,-2-7 0,-1 5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7:43.03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69 507 9085,'-8'-21'0,"-1"2"0,-1 3 0,-5 13 0,5 4 0,1 15 0,1 12 0,8 20 0,0 15 0,0 13 0,10 13 0,5 2 0,8 1 0,4 1 0,3-4 0,-11-41 0,2 0 0,2-1 0,2 1 0,1 0 0,3-1 0,0-6 0,3-2 0,34 35 0,-1-15 0,-2-11 0,-2-20 0,1-13 0,-5-5 0,-3-6 0,-11-12 0,-1-9 0,-2-12 0,0-9 0,-7-2 0,-11-11 0,-3-8 0,-1-6 0,-9-11 0,-3-2 0,-4 0 0,-2 4 0,-14 4 0,-7-1 0,-7-3 0,-8-6 0,-10-2 0,2 0 0,-1 6 0,-1 6 0,14 7 0,-1 21 0,7 14 0,10 28 0,11 30 0,5 18 0,5 13 0,5 9 0,9 0 0,4-3 0,-4-2 0,6 3 0</inkml:trace>
  <inkml:trace contextRef="#ctx0" brushRef="#br0" timeOffset="379">1011 781 9061,'-17'-12'0,"-1"1"0,1 5 0,2-5 0,4-3 0,5 9 0,12 5 0,5 9 0,6 16 0,6 7 0,6 8 0,3 4 0,4 2 0,2 3 0,2-1 0,-2-3 0,6-1 0,0 4 0,1-3 0,-1 1 0,-2-2 0,4-2 0,-6-12 0,-2-7 0,-8-2 0,-3-19 0,-4-10 0,-6-17 0,-4-17 0,-9-5 0,3-18 0,-1-3 0,0-5 0,1 5 0,-3 7 0,4 2 0,1 4 0,1 3 0,3 11 0,-1 12 0,1 16 0,2 20 0,2 16 0,0 15 0,1 17 0,1 6 0,2 2 0,1 0 0,3 0 0,-2 3 0,4-3 0,-1-6 0,5-9 0,-7-6 0,3-4 0,3-6 0,1-17 0,-3-3 0,5-24 0,-7-7 0</inkml:trace>
  <inkml:trace contextRef="#ctx0" brushRef="#br0" timeOffset="749">2432 952 9058,'0'-17'0,"0"0"0,0-3 0,0-2 0,-2 1 0,-4-8 0,-5-3 0,-4-6 0,-2 0 0,-2-8 0,-4 0 0,-6 3 0,-5 1 0,-4 9 0,-2 7 0,2 9 0,8 13 0,3 21 0,2 21 0,4 19 0,10 14 0,5 16 0,4 2 0,2 3 0,8 1 0,5-4 0,8 3 0,8-3 0,11-1 0,5-5 0,7-3 0,5-5 0,-2-16 0,8-14 0,1-16 0,3-14 0,7-9 0,-2-16 0,-5-13 0,-8-15 0,-13-19 0,-8-13 0,-8-16 0,-17 37 0,-3-3 0,-1 1 0,-1 0 0,-1-3 0,-2 1 0,-2 2 0,-1 1 0,0-47 0,-5 45 0,-3 0 0,-2-5 0,-3-1 0,-4-1 0,-3 0-38,-2-1 0,-3 1 0,-5 2 0,-2 3 0,0 2 1,0 1-1,-1 4 0,1 1 37,1 1 1,1 3-1,-16-19 1,12 21 0,12 28 0,20 33 0,18 38 0,10 17 0,10 12 0,-16-35 0,2 0 0,3 1 0,1 1 0,1 3 0,1 2 0,0 2 0,1 1 0,-1 0 0,1 0 0,0 0 0,1 0 0,-3-6 0,1-2-144,-1-4 0,1-1 0,-1-2 1,2-1-1,4-2 0,1-1 144,1 2 0,0 0 0,-1-1 0,2-1 0,4-3 0,2-2 0,1-1 0,-1 0 0</inkml:trace>
  <inkml:trace contextRef="#ctx0" brushRef="#br0" timeOffset="1612">4727 1209 9181,'-8'-52'0,"-3"1"0,-4 0 0,-3 1 0,1 2 0,0 5 0,0 1 0,6 4 0,1 13 0,3 14 0,1 20 0,6 25 0,0 10 0,7 11 0,7 6 0,5 4 0,4 5 0,5 12 0,-3 4 0,2 5 0,3-1 0,2-1 0,5-17 0,1-5 0,2-8 0,7-10 0,-1-9 0,3-13 0,3-12 0,-7-15 0,1-11 0,0-6 0,-3-6 0,-6 2 0,-11-6 0,-1 1 0,-4-1 0,4-2 0,-4-7 0,-4-4 0,-4-5 0,-9-9 0,1-8 0,-3-13 0,-2-6 0,-9-5 0,-8 0 0,-10-1 0,-5-5 0,12 43 0,-2-1 0,-1-2 0,-2 0 0,-1 2 0,-1 1 0,-1 2 0,-1 1 0,2 3 0,-1 2 0,-26-24 0,7 20 0,7 14-1,11 22 0,16 22 0,9 23-1,8 14 1,8 10-1,10 13 1,7 1-1,3-2 1,4-9 0,2-4 0,4-4 1,2-3 0,-6-5 0,4-13 0</inkml:trace>
  <inkml:trace contextRef="#ctx0" brushRef="#br0" timeOffset="1965">5583 815 9033,'-28'0'0,"1"0"0,2 0 0,2 0 0,8 2 0,4 3 0,3 5 0,12 9 0,7 4 0,12 5 0,8 10 0,5 6 0,4 4 0,5 5 0,5 10 0,-1 0 0,-1 3 0,-2 3 0,-3-5 0,5-5 0,-4-11 0,-2-10 0,-4-10 0,-8-18 0,-3-14 0,-3-17 0,-1-21 0,-6-24 0,-1-10 0,-5-10 0,2-7 0,-7 7 0,0 10 0,1 9 0,-5 12 0,6 13 0,-1 8 0,1 23 0,5 11 0,-1 21 0,1 15 0,2 13 0,2 10 0,1 2 0,-1 4 0,2 0 0,4-1 0,3-3 0,1-2 0,5-2 0,-5-13 0,7-2 0</inkml:trace>
  <inkml:trace contextRef="#ctx0" brushRef="#br0" timeOffset="2299">6713 1500 9033,'-2'32'0,"-3"-1"0,-7-3 0,5-7 0,1 2 0,4-4 0,4-10 0,6-3 0,9-4 0,7-2 0,11-2 0,1-4 0,4-5 0,0-4 0,11-2 0,8 0 0,6-1 0,3 1 0,1 0 0,-1 0 0,1 0 0,-3 0 0,-3 0 0,-6 0 0,-3-1 0,-11 3 0,-3 2 0,-7 1 0,-10-1 0,-3-2 0,-16-2 0,-6 0 0,-7-2 0,-14-4 0,-6-6 0,-3-3 0,-8-4 0,-2-6 0,-1-10 0,-5-8 0,4-17 0,0-6 0,4-9 0,23 45 0,2-1 0,-10-39 0,14 5 0,9 19 0,12 21 0,14 21 0,20 19 0,4 12-1,5 13 1,10 7-1,0 3 1,3-5-2,3-5 0,5-14 1,0-10-1,-4-17-2,-5-14 0,-6-12 4,-7-13 0,-1 4 0,0-6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7:48.226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84 529 9145,'-17'-45'0,"0"-1"0,0 0 0,2-5 0,3 0 0,7 1 0,5 4 0,3 8 0,5 8 0,2 7 0,1 12 0,6 7 0,0 10 0,0 11 0,0 17 0,1 19 0,-1 14 0,0 11 0,-9-29 0,-1 3 0,0 5 0,-1 2 0,0 6 0,0 3 0,1 5 0,-1 0 0,-1 3 0,0 1 0,0 0 0,-1 2 0,0 1 0,0 1-80,-2 5 0,0 0 0,-1-4 0,1-1 0,1-1 0,0-2 0,2-10 0,2-4 80,8 33 0,2-35 0,0-33 0,2-16 39,4-9 0,-4-19 0,4-12 0,-4-13-40,-2-11 1,2-14 0,2-5 0,4-14-2,1-11 1,-14 39 0,-1-2-1,3-2 1,1 0 0,0-1 0,2 0-1,1 0 1,0 0-1,1 1 1,2 0-1,2 4 1,2 0 0,-3 2-1,1 0 0,1 1 1,2 1 0,-1 4 0,1 3 0,25-37-1,-3 19-3,-8 21 1,-8 21-1,-16 18 1,-5 8-3,-5 12 1,-4 16 0,-4 11 0,-2 1 0,-2 1 1,0-6-1,6 4 1,-1-3 5,-5-3 0,4-1 0,-6-3 0</inkml:trace>
  <inkml:trace contextRef="#ctx0" brushRef="#br0" timeOffset="217">649 1094 9040,'-7'10'0,"-5"-2"0,-3-1 0,0 3 0,5 7 0,10 0 0,10 0 0,13 2 0,5 4 0,5 5 0,7 7 0,3 7 0,5 7 0,5 6 0,4 10 0,-1-4 0,1 0 0,7 3 0,-3-7 0,0-3 0,-4-7 0,-9-14 0,-4-16 0,-3-10 0,-3-5 0,-1-2 0,-3 0 0</inkml:trace>
  <inkml:trace contextRef="#ctx0" brushRef="#br0" timeOffset="553">1626 50 8981,'-8'-17'0,"-3"0"0,1 7 0,-1 4 0,7 14 0,-2 11 0,4 15 0,2 16 0,6 3 0,3 10 0,5 3 0,5 7 0,9 7 0,1 13 0,-13-42 0,0 2 0,1 6 0,0 0 0,1 0 0,-1 0 0,0 2 0,2-2 0,-1-4 0,2-1 0,0-5 0,0 1 0,0 1 0,0 0 0,-3-1 0,-2-1 0,1 2 0,-1-1 0,13 45-123,-7-13 0,11-13 0,-5-10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7:46.78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634 838 8942,'-17'-28'0,"0"-1"0,-2 1 0,-2-7 0,-2 3 0,2 3 0,-5 5 0,-3 7 0,-3-1 0,-3 1 0,-5 8 0,1 3 0,-1 4 0,-2 2 0,4 15 0,-4 8 0,4 10 0,5 7 0,11 17 0,-1 15 0,6 10 0,5 11 0,5-2 0,7-1 0,1-10 0,5-12 0,9-9 0,10-15 0,2-12 0,3-13 0,8-4 0,2-9 0,0-4 0,2-6 0,-6-5 0,4-10 0,-4-2 0,-1-2 0,-7-7 0,-1 1 0,-1-3 0,1-3 0,-8-5 0,0-1 0,-6-5 0,1-7 0,-7 7 0,-1-4 0,-4 7 0,-2 5 0,0 3 0,-2 9 0,-4 9 0,4 9 0,-5 16 0,1 11 0,0 13 0,3 12 0,6 11 0,5 4 0,2 2 0,7-4 0,7 2 0,3-4 0,3-5 0,3-10 0,1-2 0,0-6 0,1-4 0,-1-8 0,-2-1 0,-1-8 0,-3-3 0,1-3 0,5-5 0</inkml:trace>
  <inkml:trace contextRef="#ctx0" brushRef="#br0" timeOffset="379">1045 119 8966,'-19'-27'0,"-4"4"0,10 4 0,-4 4 0,4 2 0,3 1 0,2 9 0,8-3 0,2 12 0,4 5 0,2 6 0,5 8 0,0 9 0,6 10 0,-2 7 0,8 6 0,-2 8 0,0 7 0,7 3 0,-1 8 0,3 7 0,2 3 0,-14-41 0,0 1 0,1 3 0,-2 2 0,1 0 0,0 0 0,1 0 0,0-2 0,-1-7 0,2-3 0,26 28 0,-5-18 0,-1-22 0,6-11 0,-4-6 0</inkml:trace>
  <inkml:trace contextRef="#ctx0" brushRef="#br0" timeOffset="766">1730 1078 8892,'-26'34'0,"-5"-5"0,8-3 0,4-1 0,6-4 0,5-8 0,10-3 0,4-3 0,3-1 0,10-6 0,4 0 0,6 0 0,3 2 0,2 2 0,1 2 0,-1-3 0,6-1 0,2-2 0,2 0 0,3 0 0,3 6 0,3 0 0,2-3 0,2-1 0,6-9 0,-6-5 0,0-3 0,2-2 0,-11-6 0,-1-2 0,-7-3 0,-7-8 0,-5 2 0,1-8 0,-8 2 0,-8 0 0,-6 0 0,-7 7 0,0 3 0,0 1 0,-1 7 0,-5-5 0,-7 2 0,-8 4 0,0 0 0,-6 0 0,0-3 0,1-3 0,-3-3 0,-5-10 0,0-8 0,-1-7 0,3-6 0,4-7 0,7 1 0,7 4 0,7 10 0,9 11 0,3 4 0,7 6 0,11 16 0,7 5 0,6 7 0,4 4 0,6 0 0,-6 0 0,7 0 0,-3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7:50.68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547 554 8940,'-10'-17'0,"-5"0"0,-6 0 0,-10 5 0,5 3 0,-3-1 0,1 1 0,-7 3 0,-5-4 0,2 3 0,2 3 0,2 12 0,0 9 0,1 9 0,5 7 0,5 16 0,12 10 0,5 12 0,4 8 0,4 13 0,4 3 0,7-2 0,8-7 0,7-10 0,10-15 0,4-12 0,2-13 0,-6-11 0,4-13 0,-2-11 0,0-10 0,0-4 0,-8-18 0,-1-5 0,-3-8 0,-7-19 0,2-9 0,-6-10 0,-5-11 0,-5 2 0,-7-1 0,-2 5 0,-3 1 0,-7 1 0,-13-1 0,-7 2 0,-6 4 0,-8 0 0,6 12 0,2 11 0,2 13 0,11 23 0,8 29 0,10 22 0,5 24 0,4 22 0,3 21 0,7 2 0,3-2 0,-3-47 0,1 1 0,0-2 0,0 0 0,2 4 0,-1 1 0,0 3 0,0 0 0,0 2 0,1 0 0,3 1 0,0 0 0,1 0 0,0 0-45,1 0 0,0 0 1,3 0-1,0 0 1,-3-1-1,0 0 0,-1-2 1,0 0 44,0-2 0,-2-2 0,10 42 0,-6-11 0,-8-13 0,-7-12 0,-6-14 0,-6-5 0,-7-6 0,-8-5 0,-6 1 0,-9-9 0,-4-5 0,-6-9 0,-3-9 0,-4-9 0,-5-14 0,-4-11 0,1-10 0,-2-9 0,0-4 0,2-2 0,4-2 0,13-5 0,12-1 0,13 1 0,11-1 0,16 1 0,11 3 0,13 8 0,6-8 0,14 12 0,7 0 0,6 3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7:51.427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274 975 8999,'-17'17'0,"-6"6"0,1 0 0,1-4 0,2-6 0,9 3 0,6-24 0,14-5 0,9-18 0,6-13 0,1-13 0,5-7 0,-3-7 0,3-3 0,1-8 0,0 4 0,-3 0 0,-6 4 0,-12 2 0,-5-1 0,-8 1 0,-9 5 0,-8 10 0,-16 19 0,-1 15 0,-4 14 0,4 26 0,-6 19 0,2 23 0,0 17 0,2 14 0,8 5 0,16-47 0,1 1 0,0 0 0,1 1 0,1 1 0,1 1 0,-1 39 0,5-2 0,4-1 0,18-14 0,8-13 0,13-21 0,8-19 0,5-12 0,3-10 0,2-7 0,2-9 0,2-4 0,-4-11 0,4-7 0,2-2 0,-6-13 0,1-7 0,-9-1 0,-7-1 0,-11 8 0,-6-2 0,-6 7 0,-6 10 0,-5 15 0,-12 20 0,-7 7 0,-8 9 0,2 14 0,-4 19 0,4 5 0,2 10 0,2 0 0,3 4 0,6 0 0,5-3 0,1-8 0,3-12 0,7-8 0,7-9 0,12-2 0,-1-17 0,6-10 0,6-15 0,-2-15 0,6-25 0,-2-11 0,-4-12 0,4-5 0,-2 5 0,-4 6 0,-6 9 0,7 12 0,-9 19 0,-3 15 0,-4 14 0,-6 16 0,-4 14 0,-3 16 0,0 12 0,-6 14 0,3-2 0,-3 1 0,-2 1 0,0-9 0,0-3 0,0-11 0,0-10 0,6-5 0,3-10 0,5-3 0,5-7 0,2-3 0,-4-4 0,2-3 0,4-7 0,1 3 0,7-3 0,-5-3 0,-1-6 0,6-5 0,-3-11 0,5-3 0,1-5 0,-6-10 0,1-4 0,-1 0 0,-1 0 0,4-10 0,-11 6 0,-4 6 0,-9 8 0,-5 1 0,-4 8 0,-5 4 0,-10 6 0,-8 13 0,-9 13 0,-1 9 0,1 13 0,-6 14 0,0 15 0,2 9 0,2 6 0,2-1 0,-1 4 0,3 4 0,4 3 0,5 2 0,11-7 0,7-5 0,3-4 0,17-7 0,10-9 0,11-14 0,9-14 0,5-11 0,3-4 0,2-5 0,2-6 0,1-5 0,-7-4 0,0-1 0,8-1 0,2 6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7:51.66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40 954 8999,'2'23'0,"2"2"0,3-1 0,3 1 0,-6-2 0,3-4 0,-1 2 0,0 2 0,7 0 0,-1-6 0,-3-2 0,3-4 0,1-5 0,2-6 0,2-6 0,-7-11 0,-5-13 0,-3-8 0,-2-8 0,0-13 0,-2-9 0,-1-10 0,-3-6 0,-7-8 0,1-1 0,-5 0 0,-6 0 0,-2 1 0,-3 9 0,5 3 0,4 6 0,4 26 0,7 19 0,14 24 0,5 26 0,16 28 0,0 8 0,-1 4 0,3-6 0,5 4 0,0-7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7:51.91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12 746 8999,'0'42'0,"0"4"0,0 3 0,0 3 0,0-1 0,0-2 0,0-3 0,0-6 0,6-10 0,1-3 0,3-2 0,3-4 0,-4-10 0,3-5 0,1-6 0,2-6 0,3-11 0,-3-13 0,-2-10 0,-1-12 0,-9-9 0,3-13 0,-4-8 0,-2-7 0,-2 1 0,-4-3 0,-7 2 0,-8-3 0,0 3 0,-5-4 0,1 7 0,4 14 0,8 18 0,3 26 0,2 20 0,12 33 0,13 34 0,10 11 0,5 10 0,3 2 0,-1-4 0,0-7 0,0-7 0,1-16 0,6 17 0,3-12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7:52.60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1300 8999,'0'19'0,"0"4"0,6-4 0,0 4 0,-1-4 0,3-2 0,-4-2 0,7-3 0,3-7 0,-5-5 0,3-5 0,1-11 0,2-10 0,4-7 0,2-18 0,2-8 0,-2-6 0,-2-3 0,-2-1 0,0 1 0,0-1 0,-5 1 0,-3 1 0,-1 5 0,-4 4 0,-4 15 0,-6 10 0,-7 14 0,-8 12 0,0 22 0,-6 13 0,0 16 0,1 11 0,5-1 0,-2 3 0,4-4 0,2-2 0,5 6 0,3 1 0,1-3 0,4-2 0,4 4 0,6 0 0,6-4 0,3-5 0,10-4 0,3-8 0,4-2 0,3-7 0,-1-8 0,0-8 0,0-5 0,1-4 0,-3-2 0,-2-2 0,-1-4 0,1-5 0,-3-4 0,0-2 0,-1-1 0,1 1 0,-6-6 0,2 1 0,-2 1 0,2 2 0,-6 2 0,4-1-1,-2 1 1,-6 8-1,10 3 1,-4 4-5,-2 2 1,-6 8 0,1 3 1,-8-7 1,1-10 1,-5-7-1,-5-19 1,-5-6-1,1-4 1,-7-6 0,5-9 0,-4-6 0,-2-3 0,1-9 0,5 1 0,5 4 0,4 5 1,10 12 0,3 13 0,6 9 0,6 16 0,-2 10 0,6 6 0,0 5 0,-1 6 0,-5-3 0,4 2 0,-2 1 0,-1-3 0,3 5 0,-4-9 0,2-3 0,-2-5 0,4-15 0,-1-10 0,3-4 0,3-3 0,-5-5 0,0-2 0,-2 1 0,0-1 0,-1-4 0,-6 6 0,-5 2 0,-5 2 0,-2 2 0,-1 1 0,3 3-1,-2 1 0,-2 14 0,-4 0 0,-4 5 0,4 7 0,-5 8 0,1 7 0,0 3 0,1 10 0,5 3 1,0 6-1,0 6 0,0 6 0,0 11 0,0 8 0,0 7 0,0 8 0,0 9 0,1 3-1,5-3 0,4-1 1,7-3-1,2 3 0,4 3 0,1-3 0,7-1 0,-4-9 0,-3-9 1,-1-14-1,-6-5 1,-2-14 1,-3-12 0,-5-5 0,-7-1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7:52.743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402 395 8924,'-45'-19'0,"-1"-4"0,-1-4 0,-7-9 0,1-4 0,4-6 0,10 6 0,7 4 0,11 10 0,8 6 0,11 1 0,2 14 0,9 1 0,7 2 0,3 2 0,4 0 0,5 0 0,-1 0 0,1-2 0,3-2 0,1-1 0,10-16 0,2 2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7:53.07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0 614 8913,'0'36'-2,"0"2"1,0 2-1,0 0 2,0 2 0,2-12 0,4 2 0,5-5 0,4-6 0,4-10 0,2-5 0,2-4 0,13-17 0,-1-8 0,3-11 0,3-12 0,3-1 0,8-16 0,1-2 0,4-2 0,-9 7 0,3 2 0,-4 5 0,-3 2 0,-2-6 0,-8 0 0,-1 3 0,-5 7 0,-11 5 0,-11 10 0,-4 3 0,-2 6 0,-8 12 0,-3 7 0,-6 10 0,-6 11 0,-2 9 0,-5 14 0,1 6 0,-1 4 0,-1 9 0,1 1 0,1 3 0,-1 0 0,5-2 0,4 4 0,6-3 0,4 3 0,7 4 0,2 3 0,10 2 0,9-2 0,13-9 0,2-6 0,8-5 0,4-7 0,2-7 0,5-13 0,-1-10 0,-5-5 0,7-4 0,-5-8 0,5-4 0,-3-5 0,-7-7 0,2-3 0,0-3 0,-1-3 0,-5-1 0,4-7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7:54.161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182 754 9097,'-17'-12'0,"0"3"0,-1 1 0,1 3 0,0 5 0,8 7 0,3 5 0,6 5 0,6 6 0,3 5 0,8 10 0,0 6 0,1 5 0,6 9 0,5 16 0,3 8 0,4 7 0,-16-41 0,0 1 0,-1 0 0,0-1 0,3-1 0,0-3 0,22 36 0,0-7 0,-8-14 0,0-6 0,-9-9 0,-8-8-1,2-13 1,-21-18 0,-2-10 0,-12-9-2,-7-7 1,-11-7-1,-2-12 1,-8-6 0,-2-3 1,-5-10 0,3-8 0,-2-15 0,26 32 0,-1-2 0,-4-6 0,1-2 0,1-9 0,2-1-91,-2-1 0,2-1 0,6-4 0,2-2 1,0-4-1,2 0 0,2 1 0,2 1 91,2 1 0,3 3 0,3 14 0,4 5 0,16-33 0,13 29 0,12 23 0,0 13 0,0 14 0,-1 5 0,1 4 0,-4 12 0,4 7 0,0 12 0,-1 9 0,-5 5 0,1 11 0,-7 3 0,-4 6 0,-7 11 0,0 6 0,-7 3 0,-9 3 0,3-6 0,-4-4 0,-4-2 0,-4-1 0,-15-20 0,0 4 0,-6-8 0,-5-5 0,-10 6 0,-6-8 0,-3-3 181,-3-4 1,3-20 0,1-4 0,4-9-182,3-7 0,1-13 0,9-12 0,8-6 0,12-4 0,9-6 0,10 4 0,9 0 0,9 1 0,14 3 0,8 9 0,7 6 0,6-3 0,7-1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7:54.700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121 848 9073,'-14'22'0,"-3"1"0,4 0 0,7-6 0,6-7 0,6-5 0,5-7 0,5-9 0,1-8 0,2-17 0,4-6 0,5-9 0,3-8 0,-1-10 0,-1 3 0,1 3 0,-3-4 0,-1 2 0,-3-3 0,-8-1 0,-5-1 0,-12 13 0,-6 6 0,-9 9 0,-8 11 0,-11 22 0,-2 13 0,-2 17 0,-5 15 0,5 23 0,2 9 0,1 10 0,11 0 0,3 2 0,6 0 0,5-2 0,5 10 0,11-10 0,5-6 0,8-5 0,18-20 0,1-1 0,7-12 0,11-11 0,-3-2 0,6-16 0,-4-3 0,-1-5 0,-1-1 0,-3-8 0,-6-1 0,-8-2 0,-13 3 0,-2 3 0,-6 1 0,-9 4 0,2 10 0,-4 6 0,-2 3 0,0 2 0,0 0 0,0 0 0,5 0 0,3 0 0,1 1 0,3-7 0,5-2-1,0-1 1,0-4-1,0-10 1,-1-5-1,-5-4 1,-3-8 0,-8-4 0,0-3 0,0-7 0,0-10 0,-2-4 0,-2-10-1,-2-6 1,-7-15 0,0-3 0,-6-3-1,-4 1 1,2-3-1,9 3 1,7 9-1,3 11 1,4 19-1,5 27 1,10 12-1,10 15 1,5 13 0,3 21 0,-1 7 0,0 8 0,0 6 0,1 8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7:55.05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259 822 8993,'-51'17'0,"1"0"0,5-1 0,5-5 0,11-3 0,6-8 0,8 0 0,9 0 0,10-6 0,19-2 0,6-1 0,3-4 0,10-3 0,3-1 0,7 0 0,5 0 0,2-6 0,6-2 0,-5 1 0,-1-1 0,4-6 0,-4 1 0,0-6 0,0-4 0,-4 0 0,-7 6 0,-6 1 0,-4 5 0,-6 5 0,-17 12 0,-7 3 0,-21 10 0,-8 2 0,-8 1 0,-3-1 0,0-2 0,1-2 0,3-2 0,-3-4 0,-1-11 0,-1-13 0,5-8 0,-3-6 0,9-7 0,3 1 0,5 5 0,7 5 0,7 11 0,3 8 0,9 8 0,1 5 0,18 8 0,3 2 0,4 4 0,9 3 0,1 8 0,5-1 0,4-5 0,8 4 0,-4-5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7:55.59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339 371 8993,'-7'-15'0,"-5"4"0,3-5 0,-2 7 0,-3-3 0,-1 1 0,-4 5 0,-2-3 0,-4 1 0,-1 4 0,5 4 0,-4 6 0,2 9 0,0 12 0,0 5 0,6 18 0,2 5 0,4 4 0,-3 11 0,9 14 0,3 7 0,6 6 0,13 0 0,11-13 0,5-8 0,1-13 0,6-8 0,0-22 0,0-12 0,2-12 0,-8-17 0,2-11 0,-6-13 0,1-12 0,-8-7 0,-4-8 0,-8-8 0,-3-5 0,-3-8 0,-5 6 0,0 2 0,0 1 0,-9 5 0,-8-1 0,-10-2 0,-5-7 0,-2 0 0,-1-2 0,1 4 0,0 7 0,2 18 0,5 26 0,10 27 0,9 26 0,8 37 0,6 13 0,5 6 0,4 1 0,8-9 0,2-4 0,0-5 0,0-6 0,5-4 0,-1-10 0,3-5 0,2-10 0,0-7 0,1-12 0,-1-4 0,0-5 0,-5-4 0,-3-2 0,-1 0 0,-4 0 0,4-2 0,-2-2 0,-3-1 0,-6-1 0,-3 4 0,3-4 0,1-3 0,2-8 0,0-1-2,0 1 0,0-7 0,0-3 1,0-2-2,1 1 0,-1-1 0,0-5 1,0 0-1,0 0 1,0-6 0,0 2-1,0 3 0,1 5 1,-3 9 0,-2 0 1,-1 8 0,-7 7 0,5 14 0,-3 7-1,-3 6 1,4 9 0,-2-3 0,-1 1-2,3 1 3,1-1 0,8 7 0,1-1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3T10:47:56.059"/>
    </inkml:context>
    <inkml:brush xml:id="br0">
      <inkml:brushProperty name="width" value="0.06" units="cm"/>
      <inkml:brushProperty name="height" value="0.06" units="cm"/>
      <inkml:brushProperty name="color" value="#FFFFFF"/>
    </inkml:brush>
  </inkml:definitions>
  <inkml:trace contextRef="#ctx0" brushRef="#br0">0 766 8848,'0'17'0,"0"0"0,0 0 0,0 0 0,8 1 0,3-3 0,4-2 0,2-1 0,2-9 0,4 3 0,6-8 0,3-9 0,2-3 0,1-14 0,1-5 0,4-5 0,-10-3 0,4-9 0,-3 3 0,-4-1 0,-3-5 0,-7 9 0,-1-2 0,-5 1 0,-3-7 0,-8-5 0,0 2 0,0 2 0,-14 7 0,-3 2 0,-2 4 0,0 8 0,-4 13 0,0 17 0,1 15 0,-3 22 0,6 14 0,-4 20 0,6-1 0,5 1 0,-1 5 0,7 2 0,3 0 0,1 0 0,2 6 0,2-2 0,5 4 0,8 3 0,6 4 0,10-13 0,-3-5 0,3-20 0,-3-17 0,5-11 0,-5-14 0,3-7 0,-3-8 0,3-13 0,-7-13 0,1-8 0,0-8 0,3-5 0,-3-5 0,2-1 0,-4-9 0,5-1 0,3-3 0,1 3 0,-3 2 0,-3 14 0,1 7 0,-1 6 0,-3 14 0,4 6 0,-2 11 0,-4 5 0,-2 10 0,-2 5 0,0 8-1,0 7 1,-6 12 0,-1 4 0,-1 2-2,1-1 0,1 7 0,5 5 0,-3-2 0,-2-2 1,1-1-1,5-1 1,0 0 0,0 1 1,0-7 0,0-1 0,1-2 0,-1 6 0,0-5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C80B9A-8305-5742-B706-0F5DC6C52A3F}" type="datetimeFigureOut">
              <a:rPr lang="de-DE" smtClean="0"/>
              <a:t>13.10.26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77AA4B-79AB-C34F-B8F9-40F718A684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5087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0:30 min. Gruppe nennen, kurz sagen was kommt: Einleitung, Rundenverlauf, Auswertung, Reflexion, Bezug zur Gründung.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1 min. Hauptaspekte der Firma + Gründungsintention. Quelle: Firmenpräsentation Folie 2–4.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1 min. Die Aufgabe fragt ausdrücklich nach Nachhaltigkeit bei der Gründung. Mehrweg lohnt nur bei kurzen Wegen -&gt; regional.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1,5 min. Pro Runde ein Satz: Was haben wir entschieden und was kam dabei raus? Details auf der nächsten Folie.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1,5 min. Nur die 2–3 wichtigsten Entscheidungen erklären, Rest der Tabelle für sich sprechen lassen. Quelle: Entscheidungsprotokoll + Excel.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1 min. Ab Runde 2 gab es Nachrichten mit Auswirkungen auf Kosten und Erfolg. Pro Nachricht: Wie haben wir reagiert, was hat es am Unternehmenswert verändert?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1,5 min. Aufgabe: Welche Kennzahl war in welcher Runde wie hoch, wie berechnet, wie aussagekräftig? Rechenweg: Schlussbestand = Anfangsbestand − Maschinen − Personal − Miete − Produktion − Material + Umsatzerlöse.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1,5 min. Zwei Diagramme: links Umsatz/Kosten/Gewinn je Runde, rechts Kassenbestand. Je Diagramm eine Aussage, z. B. wo der Knick war und warum.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1 min. Verkaufswert = Schlussbestand nach Runde 6 + Restwert der Maschinen (10 % Wertverlust je Runde auf den Anschaffungswert).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1,5 min. Begründet Stellung nehmen und Handlungsalternativen zeigen (Aufgabentext). Pro Entscheidung: Bewertung + was wir stattdessen tun könnten.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ca. 1,5 min. Aufgabe: Welche Gründungsideen fanden im Spiel keine Berücksichtigung, welche Auswirkung hätte das gehabt, und wie könnte man das Spiel erweitern, ohne es zu komplex zu machen?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Stehen lassen, solange Fragen kommen.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PRIMATENBRAUSE · ELBHARZ GETRÄNKE GBR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4.png"/><Relationship Id="rId4" Type="http://schemas.openxmlformats.org/officeDocument/2006/relationships/image" Target="../media/image1.png"/><Relationship Id="rId9" Type="http://schemas.openxmlformats.org/officeDocument/2006/relationships/customXml" Target="../ink/ink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13" Type="http://schemas.openxmlformats.org/officeDocument/2006/relationships/customXml" Target="../ink/ink11.xml"/><Relationship Id="rId18" Type="http://schemas.openxmlformats.org/officeDocument/2006/relationships/image" Target="../media/image13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12" Type="http://schemas.openxmlformats.org/officeDocument/2006/relationships/image" Target="../media/image10.png"/><Relationship Id="rId17" Type="http://schemas.openxmlformats.org/officeDocument/2006/relationships/customXml" Target="../ink/ink13.xml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11" Type="http://schemas.openxmlformats.org/officeDocument/2006/relationships/customXml" Target="../ink/ink10.xml"/><Relationship Id="rId5" Type="http://schemas.openxmlformats.org/officeDocument/2006/relationships/image" Target="../media/image8.png"/><Relationship Id="rId15" Type="http://schemas.openxmlformats.org/officeDocument/2006/relationships/customXml" Target="../ink/ink12.xml"/><Relationship Id="rId10" Type="http://schemas.openxmlformats.org/officeDocument/2006/relationships/customXml" Target="../ink/ink9.xml"/><Relationship Id="rId4" Type="http://schemas.openxmlformats.org/officeDocument/2006/relationships/image" Target="../media/image7.png"/><Relationship Id="rId9" Type="http://schemas.openxmlformats.org/officeDocument/2006/relationships/customXml" Target="../ink/ink8.xml"/><Relationship Id="rId1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.png"/><Relationship Id="rId18" Type="http://schemas.openxmlformats.org/officeDocument/2006/relationships/customXml" Target="../ink/ink20.xml"/><Relationship Id="rId26" Type="http://schemas.openxmlformats.org/officeDocument/2006/relationships/customXml" Target="../ink/ink24.xml"/><Relationship Id="rId39" Type="http://schemas.openxmlformats.org/officeDocument/2006/relationships/image" Target="../media/image33.png"/><Relationship Id="rId21" Type="http://schemas.openxmlformats.org/officeDocument/2006/relationships/image" Target="../media/image24.png"/><Relationship Id="rId34" Type="http://schemas.openxmlformats.org/officeDocument/2006/relationships/customXml" Target="../ink/ink28.xml"/><Relationship Id="rId42" Type="http://schemas.openxmlformats.org/officeDocument/2006/relationships/customXml" Target="../ink/ink32.xml"/><Relationship Id="rId47" Type="http://schemas.openxmlformats.org/officeDocument/2006/relationships/image" Target="../media/image37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6" Type="http://schemas.openxmlformats.org/officeDocument/2006/relationships/customXml" Target="../ink/ink19.xml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.xml"/><Relationship Id="rId11" Type="http://schemas.openxmlformats.org/officeDocument/2006/relationships/image" Target="../media/image19.png"/><Relationship Id="rId24" Type="http://schemas.openxmlformats.org/officeDocument/2006/relationships/customXml" Target="../ink/ink23.xml"/><Relationship Id="rId32" Type="http://schemas.openxmlformats.org/officeDocument/2006/relationships/customXml" Target="../ink/ink27.xml"/><Relationship Id="rId37" Type="http://schemas.openxmlformats.org/officeDocument/2006/relationships/image" Target="../media/image32.png"/><Relationship Id="rId40" Type="http://schemas.openxmlformats.org/officeDocument/2006/relationships/customXml" Target="../ink/ink31.xml"/><Relationship Id="rId45" Type="http://schemas.openxmlformats.org/officeDocument/2006/relationships/image" Target="../media/image36.png"/><Relationship Id="rId5" Type="http://schemas.openxmlformats.org/officeDocument/2006/relationships/image" Target="../media/image16.png"/><Relationship Id="rId15" Type="http://schemas.openxmlformats.org/officeDocument/2006/relationships/image" Target="../media/image21.png"/><Relationship Id="rId23" Type="http://schemas.openxmlformats.org/officeDocument/2006/relationships/image" Target="../media/image25.png"/><Relationship Id="rId28" Type="http://schemas.openxmlformats.org/officeDocument/2006/relationships/customXml" Target="../ink/ink25.xml"/><Relationship Id="rId36" Type="http://schemas.openxmlformats.org/officeDocument/2006/relationships/customXml" Target="../ink/ink29.xml"/><Relationship Id="rId10" Type="http://schemas.openxmlformats.org/officeDocument/2006/relationships/customXml" Target="../ink/ink16.xml"/><Relationship Id="rId19" Type="http://schemas.openxmlformats.org/officeDocument/2006/relationships/image" Target="../media/image23.png"/><Relationship Id="rId31" Type="http://schemas.openxmlformats.org/officeDocument/2006/relationships/image" Target="../media/image29.png"/><Relationship Id="rId44" Type="http://schemas.openxmlformats.org/officeDocument/2006/relationships/customXml" Target="../ink/ink33.xml"/><Relationship Id="rId4" Type="http://schemas.openxmlformats.org/officeDocument/2006/relationships/image" Target="../media/image15.png"/><Relationship Id="rId9" Type="http://schemas.openxmlformats.org/officeDocument/2006/relationships/image" Target="../media/image18.png"/><Relationship Id="rId14" Type="http://schemas.openxmlformats.org/officeDocument/2006/relationships/customXml" Target="../ink/ink18.xml"/><Relationship Id="rId22" Type="http://schemas.openxmlformats.org/officeDocument/2006/relationships/customXml" Target="../ink/ink22.xml"/><Relationship Id="rId27" Type="http://schemas.openxmlformats.org/officeDocument/2006/relationships/image" Target="../media/image27.png"/><Relationship Id="rId30" Type="http://schemas.openxmlformats.org/officeDocument/2006/relationships/customXml" Target="../ink/ink26.xml"/><Relationship Id="rId35" Type="http://schemas.openxmlformats.org/officeDocument/2006/relationships/image" Target="../media/image31.png"/><Relationship Id="rId43" Type="http://schemas.openxmlformats.org/officeDocument/2006/relationships/image" Target="../media/image35.png"/><Relationship Id="rId8" Type="http://schemas.openxmlformats.org/officeDocument/2006/relationships/customXml" Target="../ink/ink15.xml"/><Relationship Id="rId3" Type="http://schemas.openxmlformats.org/officeDocument/2006/relationships/image" Target="../media/image14.png"/><Relationship Id="rId12" Type="http://schemas.openxmlformats.org/officeDocument/2006/relationships/customXml" Target="../ink/ink17.xml"/><Relationship Id="rId17" Type="http://schemas.openxmlformats.org/officeDocument/2006/relationships/image" Target="../media/image22.png"/><Relationship Id="rId25" Type="http://schemas.openxmlformats.org/officeDocument/2006/relationships/image" Target="../media/image26.png"/><Relationship Id="rId33" Type="http://schemas.openxmlformats.org/officeDocument/2006/relationships/image" Target="../media/image30.png"/><Relationship Id="rId38" Type="http://schemas.openxmlformats.org/officeDocument/2006/relationships/customXml" Target="../ink/ink30.xml"/><Relationship Id="rId46" Type="http://schemas.openxmlformats.org/officeDocument/2006/relationships/customXml" Target="../ink/ink34.xml"/><Relationship Id="rId20" Type="http://schemas.openxmlformats.org/officeDocument/2006/relationships/customXml" Target="../ink/ink21.xml"/><Relationship Id="rId41" Type="http://schemas.openxmlformats.org/officeDocument/2006/relationships/image" Target="../media/image3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customXml" Target="../ink/ink36.xml"/><Relationship Id="rId4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customXml" Target="../ink/ink3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customXml" Target="../ink/ink43.xml"/><Relationship Id="rId18" Type="http://schemas.openxmlformats.org/officeDocument/2006/relationships/image" Target="../media/image49.png"/><Relationship Id="rId3" Type="http://schemas.openxmlformats.org/officeDocument/2006/relationships/customXml" Target="../ink/ink38.xml"/><Relationship Id="rId21" Type="http://schemas.openxmlformats.org/officeDocument/2006/relationships/customXml" Target="../ink/ink47.xml"/><Relationship Id="rId7" Type="http://schemas.openxmlformats.org/officeDocument/2006/relationships/customXml" Target="../ink/ink40.xml"/><Relationship Id="rId12" Type="http://schemas.openxmlformats.org/officeDocument/2006/relationships/image" Target="../media/image46.png"/><Relationship Id="rId17" Type="http://schemas.openxmlformats.org/officeDocument/2006/relationships/customXml" Target="../ink/ink45.xml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48.png"/><Relationship Id="rId20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customXml" Target="../ink/ink42.xml"/><Relationship Id="rId24" Type="http://schemas.openxmlformats.org/officeDocument/2006/relationships/image" Target="../media/image52.png"/><Relationship Id="rId5" Type="http://schemas.openxmlformats.org/officeDocument/2006/relationships/customXml" Target="../ink/ink39.xml"/><Relationship Id="rId15" Type="http://schemas.openxmlformats.org/officeDocument/2006/relationships/customXml" Target="../ink/ink44.xml"/><Relationship Id="rId23" Type="http://schemas.openxmlformats.org/officeDocument/2006/relationships/customXml" Target="../ink/ink48.xml"/><Relationship Id="rId10" Type="http://schemas.openxmlformats.org/officeDocument/2006/relationships/image" Target="../media/image45.png"/><Relationship Id="rId19" Type="http://schemas.openxmlformats.org/officeDocument/2006/relationships/customXml" Target="../ink/ink46.xml"/><Relationship Id="rId4" Type="http://schemas.openxmlformats.org/officeDocument/2006/relationships/image" Target="../media/image42.png"/><Relationship Id="rId9" Type="http://schemas.openxmlformats.org/officeDocument/2006/relationships/customXml" Target="../ink/ink41.xml"/><Relationship Id="rId14" Type="http://schemas.openxmlformats.org/officeDocument/2006/relationships/image" Target="../media/image47.png"/><Relationship Id="rId22" Type="http://schemas.openxmlformats.org/officeDocument/2006/relationships/image" Target="../media/image5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4.xml"/><Relationship Id="rId18" Type="http://schemas.openxmlformats.org/officeDocument/2006/relationships/image" Target="../media/image65.png"/><Relationship Id="rId26" Type="http://schemas.openxmlformats.org/officeDocument/2006/relationships/image" Target="../media/image69.png"/><Relationship Id="rId39" Type="http://schemas.openxmlformats.org/officeDocument/2006/relationships/customXml" Target="../ink/ink67.xml"/><Relationship Id="rId21" Type="http://schemas.openxmlformats.org/officeDocument/2006/relationships/customXml" Target="../ink/ink58.xml"/><Relationship Id="rId34" Type="http://schemas.openxmlformats.org/officeDocument/2006/relationships/image" Target="../media/image73.png"/><Relationship Id="rId7" Type="http://schemas.openxmlformats.org/officeDocument/2006/relationships/customXml" Target="../ink/ink51.xml"/><Relationship Id="rId12" Type="http://schemas.openxmlformats.org/officeDocument/2006/relationships/image" Target="../media/image62.png"/><Relationship Id="rId17" Type="http://schemas.openxmlformats.org/officeDocument/2006/relationships/customXml" Target="../ink/ink56.xml"/><Relationship Id="rId25" Type="http://schemas.openxmlformats.org/officeDocument/2006/relationships/customXml" Target="../ink/ink60.xml"/><Relationship Id="rId33" Type="http://schemas.openxmlformats.org/officeDocument/2006/relationships/customXml" Target="../ink/ink64.xml"/><Relationship Id="rId38" Type="http://schemas.openxmlformats.org/officeDocument/2006/relationships/image" Target="../media/image75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64.png"/><Relationship Id="rId20" Type="http://schemas.openxmlformats.org/officeDocument/2006/relationships/image" Target="../media/image66.png"/><Relationship Id="rId29" Type="http://schemas.openxmlformats.org/officeDocument/2006/relationships/customXml" Target="../ink/ink6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9.png"/><Relationship Id="rId11" Type="http://schemas.openxmlformats.org/officeDocument/2006/relationships/customXml" Target="../ink/ink53.xml"/><Relationship Id="rId24" Type="http://schemas.openxmlformats.org/officeDocument/2006/relationships/image" Target="../media/image68.png"/><Relationship Id="rId32" Type="http://schemas.openxmlformats.org/officeDocument/2006/relationships/image" Target="../media/image72.png"/><Relationship Id="rId37" Type="http://schemas.openxmlformats.org/officeDocument/2006/relationships/customXml" Target="../ink/ink66.xml"/><Relationship Id="rId40" Type="http://schemas.openxmlformats.org/officeDocument/2006/relationships/image" Target="../media/image76.png"/><Relationship Id="rId5" Type="http://schemas.openxmlformats.org/officeDocument/2006/relationships/customXml" Target="../ink/ink50.xml"/><Relationship Id="rId15" Type="http://schemas.openxmlformats.org/officeDocument/2006/relationships/customXml" Target="../ink/ink55.xml"/><Relationship Id="rId23" Type="http://schemas.openxmlformats.org/officeDocument/2006/relationships/customXml" Target="../ink/ink59.xml"/><Relationship Id="rId28" Type="http://schemas.openxmlformats.org/officeDocument/2006/relationships/image" Target="../media/image70.png"/><Relationship Id="rId36" Type="http://schemas.openxmlformats.org/officeDocument/2006/relationships/image" Target="../media/image74.png"/><Relationship Id="rId10" Type="http://schemas.openxmlformats.org/officeDocument/2006/relationships/image" Target="../media/image61.png"/><Relationship Id="rId19" Type="http://schemas.openxmlformats.org/officeDocument/2006/relationships/customXml" Target="../ink/ink57.xml"/><Relationship Id="rId31" Type="http://schemas.openxmlformats.org/officeDocument/2006/relationships/customXml" Target="../ink/ink63.xml"/><Relationship Id="rId4" Type="http://schemas.openxmlformats.org/officeDocument/2006/relationships/image" Target="../media/image58.png"/><Relationship Id="rId9" Type="http://schemas.openxmlformats.org/officeDocument/2006/relationships/customXml" Target="../ink/ink52.xml"/><Relationship Id="rId14" Type="http://schemas.openxmlformats.org/officeDocument/2006/relationships/image" Target="../media/image63.png"/><Relationship Id="rId22" Type="http://schemas.openxmlformats.org/officeDocument/2006/relationships/image" Target="../media/image67.png"/><Relationship Id="rId27" Type="http://schemas.openxmlformats.org/officeDocument/2006/relationships/customXml" Target="../ink/ink61.xml"/><Relationship Id="rId30" Type="http://schemas.openxmlformats.org/officeDocument/2006/relationships/image" Target="../media/image71.png"/><Relationship Id="rId35" Type="http://schemas.openxmlformats.org/officeDocument/2006/relationships/customXml" Target="../ink/ink65.xml"/><Relationship Id="rId8" Type="http://schemas.openxmlformats.org/officeDocument/2006/relationships/image" Target="../media/image60.png"/><Relationship Id="rId3" Type="http://schemas.openxmlformats.org/officeDocument/2006/relationships/customXml" Target="../ink/ink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nne"/>
          <p:cNvSpPr/>
          <p:nvPr/>
        </p:nvSpPr>
        <p:spPr>
          <a:xfrm>
            <a:off x="8686800" y="1097280"/>
            <a:ext cx="3108960" cy="31089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Punkt grün"/>
          <p:cNvSpPr/>
          <p:nvPr/>
        </p:nvSpPr>
        <p:spPr>
          <a:xfrm>
            <a:off x="7955280" y="3749040"/>
            <a:ext cx="1188720" cy="1188720"/>
          </a:xfrm>
          <a:prstGeom prst="ellipse">
            <a:avLst/>
          </a:prstGeom>
          <a:solidFill>
            <a:schemeClr val="accent3">
              <a:alpha val="75000"/>
            </a:scheme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2"/>
                </a:solidFill>
              </a:rPr>
              <a:t>PLANSPIEL BERTIS BRAUSE · ENDPRÄSENTATION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Primatenbrause</a:t>
            </a:r>
            <a:endParaRPr lang="en-US" sz="6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0040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</a:rPr>
              <a:t>Elbharz Getränke GbR – unser Weg durch sechs Spielrunden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3"/>
                </a:solidFill>
              </a:rPr>
              <a:t>Namen der Gruppe · Klasse · Datum</a:t>
            </a:r>
            <a:endParaRPr lang="en-US" sz="16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6" name="Freihand 15">
                <a:extLst>
                  <a:ext uri="{FF2B5EF4-FFF2-40B4-BE49-F238E27FC236}">
                    <a16:creationId xmlns:a16="http://schemas.microsoft.com/office/drawing/2014/main" id="{F4D957D1-B9DF-3C54-AD9D-154B61D55CC2}"/>
                  </a:ext>
                </a:extLst>
              </p14:cNvPr>
              <p14:cNvContentPartPr/>
              <p14:nvPr/>
            </p14:nvContentPartPr>
            <p14:xfrm>
              <a:off x="6752111" y="961200"/>
              <a:ext cx="2137680" cy="631080"/>
            </p14:xfrm>
          </p:contentPart>
        </mc:Choice>
        <mc:Fallback>
          <p:pic>
            <p:nvPicPr>
              <p:cNvPr id="16" name="Freihand 15">
                <a:extLst>
                  <a:ext uri="{FF2B5EF4-FFF2-40B4-BE49-F238E27FC236}">
                    <a16:creationId xmlns:a16="http://schemas.microsoft.com/office/drawing/2014/main" id="{F4D957D1-B9DF-3C54-AD9D-154B61D55CC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41311" y="950754"/>
                <a:ext cx="2158920" cy="6523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9" name="Freihand 28">
                <a:extLst>
                  <a:ext uri="{FF2B5EF4-FFF2-40B4-BE49-F238E27FC236}">
                    <a16:creationId xmlns:a16="http://schemas.microsoft.com/office/drawing/2014/main" id="{DC0742E8-685D-846D-A54A-2DCB379CC63B}"/>
                  </a:ext>
                </a:extLst>
              </p14:cNvPr>
              <p14:cNvContentPartPr/>
              <p14:nvPr/>
            </p14:nvContentPartPr>
            <p14:xfrm>
              <a:off x="9043871" y="977040"/>
              <a:ext cx="1594800" cy="1186560"/>
            </p14:xfrm>
          </p:contentPart>
        </mc:Choice>
        <mc:Fallback>
          <p:pic>
            <p:nvPicPr>
              <p:cNvPr id="29" name="Freihand 28">
                <a:extLst>
                  <a:ext uri="{FF2B5EF4-FFF2-40B4-BE49-F238E27FC236}">
                    <a16:creationId xmlns:a16="http://schemas.microsoft.com/office/drawing/2014/main" id="{DC0742E8-685D-846D-A54A-2DCB379CC63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033431" y="966243"/>
                <a:ext cx="1616040" cy="12077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5" name="Freihand 34">
                <a:extLst>
                  <a:ext uri="{FF2B5EF4-FFF2-40B4-BE49-F238E27FC236}">
                    <a16:creationId xmlns:a16="http://schemas.microsoft.com/office/drawing/2014/main" id="{E2E6B94B-1658-9569-BE8A-D1D31384980E}"/>
                  </a:ext>
                </a:extLst>
              </p14:cNvPr>
              <p14:cNvContentPartPr/>
              <p14:nvPr/>
            </p14:nvContentPartPr>
            <p14:xfrm>
              <a:off x="6691271" y="4126680"/>
              <a:ext cx="1321920" cy="431640"/>
            </p14:xfrm>
          </p:contentPart>
        </mc:Choice>
        <mc:Fallback>
          <p:pic>
            <p:nvPicPr>
              <p:cNvPr id="35" name="Freihand 34">
                <a:extLst>
                  <a:ext uri="{FF2B5EF4-FFF2-40B4-BE49-F238E27FC236}">
                    <a16:creationId xmlns:a16="http://schemas.microsoft.com/office/drawing/2014/main" id="{E2E6B94B-1658-9569-BE8A-D1D31384980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680828" y="4115880"/>
                <a:ext cx="1343166" cy="45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40" name="Freihand 39">
                <a:extLst>
                  <a:ext uri="{FF2B5EF4-FFF2-40B4-BE49-F238E27FC236}">
                    <a16:creationId xmlns:a16="http://schemas.microsoft.com/office/drawing/2014/main" id="{D2D9E5FF-991D-65D0-56DE-624E348A3D04}"/>
                  </a:ext>
                </a:extLst>
              </p14:cNvPr>
              <p14:cNvContentPartPr/>
              <p14:nvPr/>
            </p14:nvContentPartPr>
            <p14:xfrm>
              <a:off x="8143871" y="3572280"/>
              <a:ext cx="710280" cy="780480"/>
            </p14:xfrm>
          </p:contentPart>
        </mc:Choice>
        <mc:Fallback>
          <p:pic>
            <p:nvPicPr>
              <p:cNvPr id="40" name="Freihand 39">
                <a:extLst>
                  <a:ext uri="{FF2B5EF4-FFF2-40B4-BE49-F238E27FC236}">
                    <a16:creationId xmlns:a16="http://schemas.microsoft.com/office/drawing/2014/main" id="{D2D9E5FF-991D-65D0-56DE-624E348A3D0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133431" y="3561480"/>
                <a:ext cx="731520" cy="80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47" name="Freihand 46">
                <a:extLst>
                  <a:ext uri="{FF2B5EF4-FFF2-40B4-BE49-F238E27FC236}">
                    <a16:creationId xmlns:a16="http://schemas.microsoft.com/office/drawing/2014/main" id="{DAFC405C-223F-69D1-170A-A0B1B9A9B3D8}"/>
                  </a:ext>
                </a:extLst>
              </p14:cNvPr>
              <p14:cNvContentPartPr/>
              <p14:nvPr/>
            </p14:nvContentPartPr>
            <p14:xfrm>
              <a:off x="8514311" y="4415618"/>
              <a:ext cx="1321560" cy="657360"/>
            </p14:xfrm>
          </p:contentPart>
        </mc:Choice>
        <mc:Fallback>
          <p:pic>
            <p:nvPicPr>
              <p:cNvPr id="47" name="Freihand 46">
                <a:extLst>
                  <a:ext uri="{FF2B5EF4-FFF2-40B4-BE49-F238E27FC236}">
                    <a16:creationId xmlns:a16="http://schemas.microsoft.com/office/drawing/2014/main" id="{DAFC405C-223F-69D1-170A-A0B1B9A9B3D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503511" y="4404824"/>
                <a:ext cx="1342800" cy="678588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 wir sind und warum wir gegründet haben</a:t>
            </a:r>
            <a:endParaRPr lang="en-US" sz="3600" dirty="0"/>
          </a:p>
        </p:txBody>
      </p:sp>
      <p:sp>
        <p:nvSpPr>
          <p:cNvPr id="4" name="Leitgedanke"/>
          <p:cNvSpPr/>
          <p:nvPr/>
        </p:nvSpPr>
        <p:spPr>
          <a:xfrm>
            <a:off x="640080" y="1463040"/>
            <a:ext cx="4754880" cy="4480560"/>
          </a:xfrm>
          <a:prstGeom prst="roundRect">
            <a:avLst>
              <a:gd name="adj" fmla="val 2449"/>
            </a:avLst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005840" y="1737360"/>
            <a:ext cx="40233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400"/>
              </a:spcAft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Getränk, dessen Rückseite man zu Ende lesen kann.</a:t>
            </a:r>
            <a:endParaRPr lang="en-US" sz="3200" dirty="0"/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Unsere einzige Vorgabe – daran haben wir alles andere gemessen.</a:t>
            </a:r>
            <a:endParaRPr lang="en-US" sz="3200" dirty="0"/>
          </a:p>
        </p:txBody>
      </p:sp>
      <p:sp>
        <p:nvSpPr>
          <p:cNvPr id="6" name="Karte Das Unternehmen"/>
          <p:cNvSpPr/>
          <p:nvPr/>
        </p:nvSpPr>
        <p:spPr>
          <a:xfrm>
            <a:off x="5669280" y="1463040"/>
            <a:ext cx="5852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" name="Icon-Kreis FaBuilding"/>
          <p:cNvSpPr/>
          <p:nvPr/>
        </p:nvSpPr>
        <p:spPr>
          <a:xfrm>
            <a:off x="5943600" y="1828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con FaBuilding" descr="Symbo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2822" y="2008022"/>
            <a:ext cx="281635" cy="28163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12280" y="146304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Das Unternehmen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Elbharz Getränke GbR, Hamburg, 4 Gesellschafter. Produkt: Primatenbrause (Tamarinde-Limette)</a:t>
            </a:r>
            <a:endParaRPr lang="en-US" sz="2000" dirty="0"/>
          </a:p>
        </p:txBody>
      </p:sp>
      <p:sp>
        <p:nvSpPr>
          <p:cNvPr id="10" name="Karte Die Zielgruppe"/>
          <p:cNvSpPr/>
          <p:nvPr/>
        </p:nvSpPr>
        <p:spPr>
          <a:xfrm>
            <a:off x="5669280" y="3017520"/>
            <a:ext cx="5852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1" name="Icon-Kreis FaBullseye"/>
          <p:cNvSpPr/>
          <p:nvPr/>
        </p:nvSpPr>
        <p:spPr>
          <a:xfrm>
            <a:off x="5943600" y="33832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con FaBullseye" descr="Symbo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2822" y="3562502"/>
            <a:ext cx="281635" cy="28163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812280" y="301752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Die Zielgruppe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16–25 Jahre, liest Etiketten aus Misstrauen – Slogan: „Was dein Körper schon immer wollte.“</a:t>
            </a:r>
            <a:endParaRPr lang="en-US" sz="2000" dirty="0"/>
          </a:p>
        </p:txBody>
      </p:sp>
      <p:sp>
        <p:nvSpPr>
          <p:cNvPr id="14" name="Karte Der Vertrieb"/>
          <p:cNvSpPr/>
          <p:nvPr/>
        </p:nvSpPr>
        <p:spPr>
          <a:xfrm>
            <a:off x="5669280" y="4572000"/>
            <a:ext cx="5852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5" name="Icon-Kreis FaStore"/>
          <p:cNvSpPr/>
          <p:nvPr/>
        </p:nvSpPr>
        <p:spPr>
          <a:xfrm>
            <a:off x="5943600" y="493776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Icon FaStore" descr="Symbo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2822" y="5116982"/>
            <a:ext cx="281635" cy="28163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812280" y="457200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Der Vertrieb</a:t>
            </a:r>
            <a:endParaRPr lang="en-US" sz="20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Onlineshop und Social Media, dann regionaler Handel, dazu Messen und Märkte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Freihand 2">
                <a:extLst>
                  <a:ext uri="{FF2B5EF4-FFF2-40B4-BE49-F238E27FC236}">
                    <a16:creationId xmlns:a16="http://schemas.microsoft.com/office/drawing/2014/main" id="{DB65F9B8-3A7C-4B4C-13A0-C6EB782DF5E7}"/>
                  </a:ext>
                </a:extLst>
              </p14:cNvPr>
              <p14:cNvContentPartPr/>
              <p14:nvPr/>
            </p14:nvContentPartPr>
            <p14:xfrm>
              <a:off x="541079" y="2078546"/>
              <a:ext cx="360" cy="360"/>
            </p14:xfrm>
          </p:contentPart>
        </mc:Choice>
        <mc:Fallback>
          <p:pic>
            <p:nvPicPr>
              <p:cNvPr id="3" name="Freihand 2">
                <a:extLst>
                  <a:ext uri="{FF2B5EF4-FFF2-40B4-BE49-F238E27FC236}">
                    <a16:creationId xmlns:a16="http://schemas.microsoft.com/office/drawing/2014/main" id="{DB65F9B8-3A7C-4B4C-13A0-C6EB782DF5E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34959" y="2072426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8" name="Freihand 17">
                <a:extLst>
                  <a:ext uri="{FF2B5EF4-FFF2-40B4-BE49-F238E27FC236}">
                    <a16:creationId xmlns:a16="http://schemas.microsoft.com/office/drawing/2014/main" id="{1AD47FFC-FB21-92B2-D58E-B1902B98D7C3}"/>
                  </a:ext>
                </a:extLst>
              </p14:cNvPr>
              <p14:cNvContentPartPr/>
              <p14:nvPr/>
            </p14:nvContentPartPr>
            <p14:xfrm>
              <a:off x="2151362" y="-1260383"/>
              <a:ext cx="360" cy="360"/>
            </p14:xfrm>
          </p:contentPart>
        </mc:Choice>
        <mc:Fallback>
          <p:pic>
            <p:nvPicPr>
              <p:cNvPr id="18" name="Freihand 17">
                <a:extLst>
                  <a:ext uri="{FF2B5EF4-FFF2-40B4-BE49-F238E27FC236}">
                    <a16:creationId xmlns:a16="http://schemas.microsoft.com/office/drawing/2014/main" id="{1AD47FFC-FB21-92B2-D58E-B1902B98D7C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45242" y="-1266503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9" name="Freihand 18">
                <a:extLst>
                  <a:ext uri="{FF2B5EF4-FFF2-40B4-BE49-F238E27FC236}">
                    <a16:creationId xmlns:a16="http://schemas.microsoft.com/office/drawing/2014/main" id="{7C5FAC15-148B-AB85-8F2A-841A8196E0DE}"/>
                  </a:ext>
                </a:extLst>
              </p14:cNvPr>
              <p14:cNvContentPartPr/>
              <p14:nvPr/>
            </p14:nvContentPartPr>
            <p14:xfrm>
              <a:off x="2044383" y="3700909"/>
              <a:ext cx="360" cy="360"/>
            </p14:xfrm>
          </p:contentPart>
        </mc:Choice>
        <mc:Fallback>
          <p:pic>
            <p:nvPicPr>
              <p:cNvPr id="19" name="Freihand 18">
                <a:extLst>
                  <a:ext uri="{FF2B5EF4-FFF2-40B4-BE49-F238E27FC236}">
                    <a16:creationId xmlns:a16="http://schemas.microsoft.com/office/drawing/2014/main" id="{7C5FAC15-148B-AB85-8F2A-841A8196E0D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38263" y="3694789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0" name="Freihand 19">
                <a:extLst>
                  <a:ext uri="{FF2B5EF4-FFF2-40B4-BE49-F238E27FC236}">
                    <a16:creationId xmlns:a16="http://schemas.microsoft.com/office/drawing/2014/main" id="{DEF30A06-1E57-E34C-21BC-2DB6A0A37E6C}"/>
                  </a:ext>
                </a:extLst>
              </p14:cNvPr>
              <p14:cNvContentPartPr/>
              <p14:nvPr/>
            </p14:nvContentPartPr>
            <p14:xfrm>
              <a:off x="2177943" y="685909"/>
              <a:ext cx="360" cy="360"/>
            </p14:xfrm>
          </p:contentPart>
        </mc:Choice>
        <mc:Fallback>
          <p:pic>
            <p:nvPicPr>
              <p:cNvPr id="20" name="Freihand 19">
                <a:extLst>
                  <a:ext uri="{FF2B5EF4-FFF2-40B4-BE49-F238E27FC236}">
                    <a16:creationId xmlns:a16="http://schemas.microsoft.com/office/drawing/2014/main" id="{DEF30A06-1E57-E34C-21BC-2DB6A0A37E6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71823" y="679789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1" name="Freihand 20">
                <a:extLst>
                  <a:ext uri="{FF2B5EF4-FFF2-40B4-BE49-F238E27FC236}">
                    <a16:creationId xmlns:a16="http://schemas.microsoft.com/office/drawing/2014/main" id="{564C58EF-259E-53CF-7E3F-25DB7E4203B3}"/>
                  </a:ext>
                </a:extLst>
              </p14:cNvPr>
              <p14:cNvContentPartPr/>
              <p14:nvPr/>
            </p14:nvContentPartPr>
            <p14:xfrm>
              <a:off x="2798223" y="1360909"/>
              <a:ext cx="141840" cy="70920"/>
            </p14:xfrm>
          </p:contentPart>
        </mc:Choice>
        <mc:Fallback>
          <p:pic>
            <p:nvPicPr>
              <p:cNvPr id="21" name="Freihand 20">
                <a:extLst>
                  <a:ext uri="{FF2B5EF4-FFF2-40B4-BE49-F238E27FC236}">
                    <a16:creationId xmlns:a16="http://schemas.microsoft.com/office/drawing/2014/main" id="{564C58EF-259E-53CF-7E3F-25DB7E4203B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792103" y="1354789"/>
                <a:ext cx="15408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2" name="Freihand 21">
                <a:extLst>
                  <a:ext uri="{FF2B5EF4-FFF2-40B4-BE49-F238E27FC236}">
                    <a16:creationId xmlns:a16="http://schemas.microsoft.com/office/drawing/2014/main" id="{6B269DE5-2DE8-9479-7181-D80155D5AE6B}"/>
                  </a:ext>
                </a:extLst>
              </p14:cNvPr>
              <p14:cNvContentPartPr/>
              <p14:nvPr/>
            </p14:nvContentPartPr>
            <p14:xfrm>
              <a:off x="2407231" y="1605768"/>
              <a:ext cx="53640" cy="6120"/>
            </p14:xfrm>
          </p:contentPart>
        </mc:Choice>
        <mc:Fallback>
          <p:pic>
            <p:nvPicPr>
              <p:cNvPr id="22" name="Freihand 21">
                <a:extLst>
                  <a:ext uri="{FF2B5EF4-FFF2-40B4-BE49-F238E27FC236}">
                    <a16:creationId xmlns:a16="http://schemas.microsoft.com/office/drawing/2014/main" id="{6B269DE5-2DE8-9479-7181-D80155D5AE6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401111" y="1599648"/>
                <a:ext cx="65880" cy="1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6" name="Freihand 35">
                <a:extLst>
                  <a:ext uri="{FF2B5EF4-FFF2-40B4-BE49-F238E27FC236}">
                    <a16:creationId xmlns:a16="http://schemas.microsoft.com/office/drawing/2014/main" id="{7E7C12EE-CD70-4EF1-E240-1D2E2BBFD78C}"/>
                  </a:ext>
                </a:extLst>
              </p14:cNvPr>
              <p14:cNvContentPartPr/>
              <p14:nvPr/>
            </p14:nvContentPartPr>
            <p14:xfrm>
              <a:off x="1461912" y="1837832"/>
              <a:ext cx="2415240" cy="533160"/>
            </p14:xfrm>
          </p:contentPart>
        </mc:Choice>
        <mc:Fallback>
          <p:pic>
            <p:nvPicPr>
              <p:cNvPr id="36" name="Freihand 35">
                <a:extLst>
                  <a:ext uri="{FF2B5EF4-FFF2-40B4-BE49-F238E27FC236}">
                    <a16:creationId xmlns:a16="http://schemas.microsoft.com/office/drawing/2014/main" id="{7E7C12EE-CD70-4EF1-E240-1D2E2BBFD78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451112" y="1827392"/>
                <a:ext cx="2436480" cy="55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39" name="Freihand 38">
                <a:extLst>
                  <a:ext uri="{FF2B5EF4-FFF2-40B4-BE49-F238E27FC236}">
                    <a16:creationId xmlns:a16="http://schemas.microsoft.com/office/drawing/2014/main" id="{76669F99-F57C-CF95-17B5-8254104292C9}"/>
                  </a:ext>
                </a:extLst>
              </p14:cNvPr>
              <p14:cNvContentPartPr/>
              <p14:nvPr/>
            </p14:nvContentPartPr>
            <p14:xfrm>
              <a:off x="1668192" y="1906592"/>
              <a:ext cx="98280" cy="90720"/>
            </p14:xfrm>
          </p:contentPart>
        </mc:Choice>
        <mc:Fallback>
          <p:pic>
            <p:nvPicPr>
              <p:cNvPr id="39" name="Freihand 38">
                <a:extLst>
                  <a:ext uri="{FF2B5EF4-FFF2-40B4-BE49-F238E27FC236}">
                    <a16:creationId xmlns:a16="http://schemas.microsoft.com/office/drawing/2014/main" id="{76669F99-F57C-CF95-17B5-8254104292C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657714" y="1896110"/>
                <a:ext cx="119598" cy="112045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Nachhaltigkeit von Anfang an</a:t>
            </a:r>
            <a:endParaRPr lang="en-US" sz="3600" dirty="0"/>
          </a:p>
        </p:txBody>
      </p:sp>
      <p:sp>
        <p:nvSpPr>
          <p:cNvPr id="4" name="Karte Mehrweg-Glas"/>
          <p:cNvSpPr/>
          <p:nvPr/>
        </p:nvSpPr>
        <p:spPr>
          <a:xfrm>
            <a:off x="640080" y="1463040"/>
            <a:ext cx="347472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5" name="Icon-Kreis FaRecycle"/>
          <p:cNvSpPr/>
          <p:nvPr/>
        </p:nvSpPr>
        <p:spPr>
          <a:xfrm>
            <a:off x="914400" y="173736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con FaRecycle" descr="Symbo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622" y="1916582"/>
            <a:ext cx="281635" cy="28163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737360" y="1737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Mehrweg-Glas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265176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Pfandsystem statt Einweg</a:t>
            </a:r>
            <a:endParaRPr lang="en-US" sz="1600" dirty="0"/>
          </a:p>
        </p:txBody>
      </p:sp>
      <p:sp>
        <p:nvSpPr>
          <p:cNvPr id="9" name="Karte Regional"/>
          <p:cNvSpPr/>
          <p:nvPr/>
        </p:nvSpPr>
        <p:spPr>
          <a:xfrm>
            <a:off x="4343400" y="1463040"/>
            <a:ext cx="347472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10" name="Icon-Kreis FaMapMarkerAlt"/>
          <p:cNvSpPr/>
          <p:nvPr/>
        </p:nvSpPr>
        <p:spPr>
          <a:xfrm>
            <a:off x="4617720" y="173736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Icon FaMapMarkerAlt" descr="Symbo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6942" y="1916582"/>
            <a:ext cx="281635" cy="28163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40680" y="1737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Regional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4617720" y="265176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Hier gebraut, hier abgefüllt – kurze Wege, damit Mehrweg ökologisch wirklich besser ist</a:t>
            </a:r>
            <a:endParaRPr lang="en-US" sz="1600" dirty="0"/>
          </a:p>
        </p:txBody>
      </p:sp>
      <p:sp>
        <p:nvSpPr>
          <p:cNvPr id="14" name="Karte Eine Sorte"/>
          <p:cNvSpPr/>
          <p:nvPr/>
        </p:nvSpPr>
        <p:spPr>
          <a:xfrm>
            <a:off x="8046720" y="1463040"/>
            <a:ext cx="347472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15" name="Icon-Kreis FaLeaf"/>
          <p:cNvSpPr/>
          <p:nvPr/>
        </p:nvSpPr>
        <p:spPr>
          <a:xfrm>
            <a:off x="8321040" y="173736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Icon FaLeaf" descr="Symbo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0262" y="1916582"/>
            <a:ext cx="281635" cy="28163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144000" y="1737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Eine Sorte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8321040" y="265176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Weniger Produktion, Lager und Transport</a:t>
            </a:r>
            <a:endParaRPr lang="en-US" sz="1600" dirty="0"/>
          </a:p>
        </p:txBody>
      </p:sp>
      <p:sp>
        <p:nvSpPr>
          <p:cNvPr id="19" name="Platzhalter"/>
          <p:cNvSpPr/>
          <p:nvPr/>
        </p:nvSpPr>
        <p:spPr>
          <a:xfrm>
            <a:off x="640080" y="4663440"/>
            <a:ext cx="108813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20" name="Text 14"/>
          <p:cNvSpPr txBox="1"/>
          <p:nvPr/>
        </p:nvSpPr>
        <p:spPr>
          <a:xfrm>
            <a:off x="868680" y="466344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Verknüpfung zum Spiel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Wie floss Nachhaltigkeit im Spiel ein? (z. B. Maschinenwahl, Produktionsmenge, Preis) – später ergänzen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6" name="Freihand 25">
                <a:extLst>
                  <a:ext uri="{FF2B5EF4-FFF2-40B4-BE49-F238E27FC236}">
                    <a16:creationId xmlns:a16="http://schemas.microsoft.com/office/drawing/2014/main" id="{C863EF1B-D4B4-4FB5-CE9A-A41A53339529}"/>
                  </a:ext>
                </a:extLst>
              </p14:cNvPr>
              <p14:cNvContentPartPr/>
              <p14:nvPr/>
            </p14:nvContentPartPr>
            <p14:xfrm>
              <a:off x="885908" y="3584694"/>
              <a:ext cx="296640" cy="416880"/>
            </p14:xfrm>
          </p:contentPart>
        </mc:Choice>
        <mc:Fallback>
          <p:pic>
            <p:nvPicPr>
              <p:cNvPr id="26" name="Freihand 25">
                <a:extLst>
                  <a:ext uri="{FF2B5EF4-FFF2-40B4-BE49-F238E27FC236}">
                    <a16:creationId xmlns:a16="http://schemas.microsoft.com/office/drawing/2014/main" id="{C863EF1B-D4B4-4FB5-CE9A-A41A5333952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75468" y="3574254"/>
                <a:ext cx="317880" cy="43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6" name="Freihand 35">
                <a:extLst>
                  <a:ext uri="{FF2B5EF4-FFF2-40B4-BE49-F238E27FC236}">
                    <a16:creationId xmlns:a16="http://schemas.microsoft.com/office/drawing/2014/main" id="{8E2E8EDE-1173-E764-9712-1F43D64EA9DF}"/>
                  </a:ext>
                </a:extLst>
              </p14:cNvPr>
              <p14:cNvContentPartPr/>
              <p14:nvPr/>
            </p14:nvContentPartPr>
            <p14:xfrm>
              <a:off x="1676828" y="3676854"/>
              <a:ext cx="1184400" cy="277560"/>
            </p14:xfrm>
          </p:contentPart>
        </mc:Choice>
        <mc:Fallback>
          <p:pic>
            <p:nvPicPr>
              <p:cNvPr id="36" name="Freihand 35">
                <a:extLst>
                  <a:ext uri="{FF2B5EF4-FFF2-40B4-BE49-F238E27FC236}">
                    <a16:creationId xmlns:a16="http://schemas.microsoft.com/office/drawing/2014/main" id="{8E2E8EDE-1173-E764-9712-1F43D64EA9D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66028" y="3666414"/>
                <a:ext cx="120564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7" name="Freihand 36">
                <a:extLst>
                  <a:ext uri="{FF2B5EF4-FFF2-40B4-BE49-F238E27FC236}">
                    <a16:creationId xmlns:a16="http://schemas.microsoft.com/office/drawing/2014/main" id="{2F1645B7-2734-0523-11D2-2EE3A7E0DF72}"/>
                  </a:ext>
                </a:extLst>
              </p14:cNvPr>
              <p14:cNvContentPartPr/>
              <p14:nvPr/>
            </p14:nvContentPartPr>
            <p14:xfrm>
              <a:off x="1219628" y="3648414"/>
              <a:ext cx="256680" cy="325800"/>
            </p14:xfrm>
          </p:contentPart>
        </mc:Choice>
        <mc:Fallback>
          <p:pic>
            <p:nvPicPr>
              <p:cNvPr id="37" name="Freihand 36">
                <a:extLst>
                  <a:ext uri="{FF2B5EF4-FFF2-40B4-BE49-F238E27FC236}">
                    <a16:creationId xmlns:a16="http://schemas.microsoft.com/office/drawing/2014/main" id="{2F1645B7-2734-0523-11D2-2EE3A7E0DF7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08828" y="3637614"/>
                <a:ext cx="277920" cy="34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47" name="Freihand 46">
                <a:extLst>
                  <a:ext uri="{FF2B5EF4-FFF2-40B4-BE49-F238E27FC236}">
                    <a16:creationId xmlns:a16="http://schemas.microsoft.com/office/drawing/2014/main" id="{D6221227-AEB0-30FE-35D5-A9AABB9DF9A7}"/>
                  </a:ext>
                </a:extLst>
              </p14:cNvPr>
              <p14:cNvContentPartPr/>
              <p14:nvPr/>
            </p14:nvContentPartPr>
            <p14:xfrm>
              <a:off x="2967788" y="3594054"/>
              <a:ext cx="977040" cy="340560"/>
            </p14:xfrm>
          </p:contentPart>
        </mc:Choice>
        <mc:Fallback>
          <p:pic>
            <p:nvPicPr>
              <p:cNvPr id="47" name="Freihand 46">
                <a:extLst>
                  <a:ext uri="{FF2B5EF4-FFF2-40B4-BE49-F238E27FC236}">
                    <a16:creationId xmlns:a16="http://schemas.microsoft.com/office/drawing/2014/main" id="{D6221227-AEB0-30FE-35D5-A9AABB9DF9A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57348" y="3583625"/>
                <a:ext cx="998280" cy="3617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57" name="Freihand 56">
                <a:extLst>
                  <a:ext uri="{FF2B5EF4-FFF2-40B4-BE49-F238E27FC236}">
                    <a16:creationId xmlns:a16="http://schemas.microsoft.com/office/drawing/2014/main" id="{CA60334F-0D8E-1913-A291-546B754F87E5}"/>
                  </a:ext>
                </a:extLst>
              </p14:cNvPr>
              <p14:cNvContentPartPr/>
              <p14:nvPr/>
            </p14:nvContentPartPr>
            <p14:xfrm>
              <a:off x="4936636" y="3662331"/>
              <a:ext cx="1018800" cy="321120"/>
            </p14:xfrm>
          </p:contentPart>
        </mc:Choice>
        <mc:Fallback>
          <p:pic>
            <p:nvPicPr>
              <p:cNvPr id="57" name="Freihand 56">
                <a:extLst>
                  <a:ext uri="{FF2B5EF4-FFF2-40B4-BE49-F238E27FC236}">
                    <a16:creationId xmlns:a16="http://schemas.microsoft.com/office/drawing/2014/main" id="{CA60334F-0D8E-1913-A291-546B754F87E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926196" y="3651531"/>
                <a:ext cx="1040040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62" name="Freihand 61">
                <a:extLst>
                  <a:ext uri="{FF2B5EF4-FFF2-40B4-BE49-F238E27FC236}">
                    <a16:creationId xmlns:a16="http://schemas.microsoft.com/office/drawing/2014/main" id="{D01E557A-BD99-5088-CEDC-500FED29E64D}"/>
                  </a:ext>
                </a:extLst>
              </p14:cNvPr>
              <p14:cNvContentPartPr/>
              <p14:nvPr/>
            </p14:nvContentPartPr>
            <p14:xfrm>
              <a:off x="6107716" y="3643611"/>
              <a:ext cx="482760" cy="342000"/>
            </p14:xfrm>
          </p:contentPart>
        </mc:Choice>
        <mc:Fallback>
          <p:pic>
            <p:nvPicPr>
              <p:cNvPr id="62" name="Freihand 61">
                <a:extLst>
                  <a:ext uri="{FF2B5EF4-FFF2-40B4-BE49-F238E27FC236}">
                    <a16:creationId xmlns:a16="http://schemas.microsoft.com/office/drawing/2014/main" id="{D01E557A-BD99-5088-CEDC-500FED29E64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097268" y="3632811"/>
                <a:ext cx="504016" cy="36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66" name="Freihand 65">
                <a:extLst>
                  <a:ext uri="{FF2B5EF4-FFF2-40B4-BE49-F238E27FC236}">
                    <a16:creationId xmlns:a16="http://schemas.microsoft.com/office/drawing/2014/main" id="{5B8723F9-C613-E1A5-7F3C-EFF2450D1AE1}"/>
                  </a:ext>
                </a:extLst>
              </p14:cNvPr>
              <p14:cNvContentPartPr/>
              <p14:nvPr/>
            </p14:nvContentPartPr>
            <p14:xfrm>
              <a:off x="6615316" y="3688611"/>
              <a:ext cx="450720" cy="305640"/>
            </p14:xfrm>
          </p:contentPart>
        </mc:Choice>
        <mc:Fallback>
          <p:pic>
            <p:nvPicPr>
              <p:cNvPr id="66" name="Freihand 65">
                <a:extLst>
                  <a:ext uri="{FF2B5EF4-FFF2-40B4-BE49-F238E27FC236}">
                    <a16:creationId xmlns:a16="http://schemas.microsoft.com/office/drawing/2014/main" id="{5B8723F9-C613-E1A5-7F3C-EFF2450D1AE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604876" y="3677811"/>
                <a:ext cx="471960" cy="32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73" name="Freihand 72">
                <a:extLst>
                  <a:ext uri="{FF2B5EF4-FFF2-40B4-BE49-F238E27FC236}">
                    <a16:creationId xmlns:a16="http://schemas.microsoft.com/office/drawing/2014/main" id="{756AC12E-9F9A-8ECD-A44B-8453BBA8FC6E}"/>
                  </a:ext>
                </a:extLst>
              </p14:cNvPr>
              <p14:cNvContentPartPr/>
              <p14:nvPr/>
            </p14:nvContentPartPr>
            <p14:xfrm>
              <a:off x="7014742" y="3671000"/>
              <a:ext cx="808920" cy="284040"/>
            </p14:xfrm>
          </p:contentPart>
        </mc:Choice>
        <mc:Fallback>
          <p:pic>
            <p:nvPicPr>
              <p:cNvPr id="73" name="Freihand 72">
                <a:extLst>
                  <a:ext uri="{FF2B5EF4-FFF2-40B4-BE49-F238E27FC236}">
                    <a16:creationId xmlns:a16="http://schemas.microsoft.com/office/drawing/2014/main" id="{756AC12E-9F9A-8ECD-A44B-8453BBA8FC6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004297" y="3660560"/>
                <a:ext cx="830169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84" name="Freihand 83">
                <a:extLst>
                  <a:ext uri="{FF2B5EF4-FFF2-40B4-BE49-F238E27FC236}">
                    <a16:creationId xmlns:a16="http://schemas.microsoft.com/office/drawing/2014/main" id="{336B0D2B-5146-AB84-7322-54F57948D4F1}"/>
                  </a:ext>
                </a:extLst>
              </p14:cNvPr>
              <p14:cNvContentPartPr/>
              <p14:nvPr/>
            </p14:nvContentPartPr>
            <p14:xfrm>
              <a:off x="5650801" y="4075143"/>
              <a:ext cx="382320" cy="228600"/>
            </p14:xfrm>
          </p:contentPart>
        </mc:Choice>
        <mc:Fallback>
          <p:pic>
            <p:nvPicPr>
              <p:cNvPr id="84" name="Freihand 83">
                <a:extLst>
                  <a:ext uri="{FF2B5EF4-FFF2-40B4-BE49-F238E27FC236}">
                    <a16:creationId xmlns:a16="http://schemas.microsoft.com/office/drawing/2014/main" id="{336B0D2B-5146-AB84-7322-54F57948D4F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640361" y="4064343"/>
                <a:ext cx="40356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85" name="Freihand 84">
                <a:extLst>
                  <a:ext uri="{FF2B5EF4-FFF2-40B4-BE49-F238E27FC236}">
                    <a16:creationId xmlns:a16="http://schemas.microsoft.com/office/drawing/2014/main" id="{E16EBF3D-0D70-BF91-39FA-1777AB889EF7}"/>
                  </a:ext>
                </a:extLst>
              </p14:cNvPr>
              <p14:cNvContentPartPr/>
              <p14:nvPr/>
            </p14:nvContentPartPr>
            <p14:xfrm>
              <a:off x="4754041" y="4040583"/>
              <a:ext cx="748440" cy="314640"/>
            </p14:xfrm>
          </p:contentPart>
        </mc:Choice>
        <mc:Fallback>
          <p:pic>
            <p:nvPicPr>
              <p:cNvPr id="85" name="Freihand 84">
                <a:extLst>
                  <a:ext uri="{FF2B5EF4-FFF2-40B4-BE49-F238E27FC236}">
                    <a16:creationId xmlns:a16="http://schemas.microsoft.com/office/drawing/2014/main" id="{E16EBF3D-0D70-BF91-39FA-1777AB889EF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743241" y="4030143"/>
                <a:ext cx="76968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98" name="Freihand 97">
                <a:extLst>
                  <a:ext uri="{FF2B5EF4-FFF2-40B4-BE49-F238E27FC236}">
                    <a16:creationId xmlns:a16="http://schemas.microsoft.com/office/drawing/2014/main" id="{0A06EEA2-6370-42CA-D538-663C3E6CF758}"/>
                  </a:ext>
                </a:extLst>
              </p14:cNvPr>
              <p14:cNvContentPartPr/>
              <p14:nvPr/>
            </p14:nvContentPartPr>
            <p14:xfrm>
              <a:off x="6162361" y="4087023"/>
              <a:ext cx="1581480" cy="348480"/>
            </p14:xfrm>
          </p:contentPart>
        </mc:Choice>
        <mc:Fallback>
          <p:pic>
            <p:nvPicPr>
              <p:cNvPr id="98" name="Freihand 97">
                <a:extLst>
                  <a:ext uri="{FF2B5EF4-FFF2-40B4-BE49-F238E27FC236}">
                    <a16:creationId xmlns:a16="http://schemas.microsoft.com/office/drawing/2014/main" id="{0A06EEA2-6370-42CA-D538-663C3E6CF75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151919" y="4076583"/>
                <a:ext cx="1602725" cy="36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06" name="Freihand 105">
                <a:extLst>
                  <a:ext uri="{FF2B5EF4-FFF2-40B4-BE49-F238E27FC236}">
                    <a16:creationId xmlns:a16="http://schemas.microsoft.com/office/drawing/2014/main" id="{FF1EF816-C629-3FE9-728E-B8CF3E989FB8}"/>
                  </a:ext>
                </a:extLst>
              </p14:cNvPr>
              <p14:cNvContentPartPr/>
              <p14:nvPr/>
            </p14:nvContentPartPr>
            <p14:xfrm>
              <a:off x="9294436" y="3223404"/>
              <a:ext cx="66960" cy="464400"/>
            </p14:xfrm>
          </p:contentPart>
        </mc:Choice>
        <mc:Fallback>
          <p:pic>
            <p:nvPicPr>
              <p:cNvPr id="106" name="Freihand 105">
                <a:extLst>
                  <a:ext uri="{FF2B5EF4-FFF2-40B4-BE49-F238E27FC236}">
                    <a16:creationId xmlns:a16="http://schemas.microsoft.com/office/drawing/2014/main" id="{FF1EF816-C629-3FE9-728E-B8CF3E989FB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283636" y="3212604"/>
                <a:ext cx="88200" cy="48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11" name="Freihand 110">
                <a:extLst>
                  <a:ext uri="{FF2B5EF4-FFF2-40B4-BE49-F238E27FC236}">
                    <a16:creationId xmlns:a16="http://schemas.microsoft.com/office/drawing/2014/main" id="{B214B18F-FEAD-2907-40AD-F52D2370ABC9}"/>
                  </a:ext>
                </a:extLst>
              </p14:cNvPr>
              <p14:cNvContentPartPr/>
              <p14:nvPr/>
            </p14:nvContentPartPr>
            <p14:xfrm>
              <a:off x="8491276" y="3762684"/>
              <a:ext cx="179640" cy="365400"/>
            </p14:xfrm>
          </p:contentPart>
        </mc:Choice>
        <mc:Fallback>
          <p:pic>
            <p:nvPicPr>
              <p:cNvPr id="111" name="Freihand 110">
                <a:extLst>
                  <a:ext uri="{FF2B5EF4-FFF2-40B4-BE49-F238E27FC236}">
                    <a16:creationId xmlns:a16="http://schemas.microsoft.com/office/drawing/2014/main" id="{B214B18F-FEAD-2907-40AD-F52D2370ABC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480815" y="3751884"/>
                <a:ext cx="200923" cy="38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19" name="Freihand 118">
                <a:extLst>
                  <a:ext uri="{FF2B5EF4-FFF2-40B4-BE49-F238E27FC236}">
                    <a16:creationId xmlns:a16="http://schemas.microsoft.com/office/drawing/2014/main" id="{0F91988A-CE22-4354-3DB2-D906AE22BDF7}"/>
                  </a:ext>
                </a:extLst>
              </p14:cNvPr>
              <p14:cNvContentPartPr/>
              <p14:nvPr/>
            </p14:nvContentPartPr>
            <p14:xfrm>
              <a:off x="9291698" y="4228229"/>
              <a:ext cx="893880" cy="237960"/>
            </p14:xfrm>
          </p:contentPart>
        </mc:Choice>
        <mc:Fallback>
          <p:pic>
            <p:nvPicPr>
              <p:cNvPr id="119" name="Freihand 118">
                <a:extLst>
                  <a:ext uri="{FF2B5EF4-FFF2-40B4-BE49-F238E27FC236}">
                    <a16:creationId xmlns:a16="http://schemas.microsoft.com/office/drawing/2014/main" id="{0F91988A-CE22-4354-3DB2-D906AE22BDF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281258" y="4217773"/>
                <a:ext cx="915120" cy="2592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20" name="Freihand 119">
                <a:extLst>
                  <a:ext uri="{FF2B5EF4-FFF2-40B4-BE49-F238E27FC236}">
                    <a16:creationId xmlns:a16="http://schemas.microsoft.com/office/drawing/2014/main" id="{DE744EA6-4815-5F6F-7063-23D63104D60B}"/>
                  </a:ext>
                </a:extLst>
              </p14:cNvPr>
              <p14:cNvContentPartPr/>
              <p14:nvPr/>
            </p14:nvContentPartPr>
            <p14:xfrm>
              <a:off x="9783458" y="4089269"/>
              <a:ext cx="21240" cy="95040"/>
            </p14:xfrm>
          </p:contentPart>
        </mc:Choice>
        <mc:Fallback>
          <p:pic>
            <p:nvPicPr>
              <p:cNvPr id="120" name="Freihand 119">
                <a:extLst>
                  <a:ext uri="{FF2B5EF4-FFF2-40B4-BE49-F238E27FC236}">
                    <a16:creationId xmlns:a16="http://schemas.microsoft.com/office/drawing/2014/main" id="{DE744EA6-4815-5F6F-7063-23D63104D60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772658" y="4078469"/>
                <a:ext cx="4248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21" name="Freihand 120">
                <a:extLst>
                  <a:ext uri="{FF2B5EF4-FFF2-40B4-BE49-F238E27FC236}">
                    <a16:creationId xmlns:a16="http://schemas.microsoft.com/office/drawing/2014/main" id="{F3119905-9EF9-10B9-AA64-B45E6F43A349}"/>
                  </a:ext>
                </a:extLst>
              </p14:cNvPr>
              <p14:cNvContentPartPr/>
              <p14:nvPr/>
            </p14:nvContentPartPr>
            <p14:xfrm>
              <a:off x="10244258" y="4239389"/>
              <a:ext cx="153720" cy="101880"/>
            </p14:xfrm>
          </p:contentPart>
        </mc:Choice>
        <mc:Fallback>
          <p:pic>
            <p:nvPicPr>
              <p:cNvPr id="121" name="Freihand 120">
                <a:extLst>
                  <a:ext uri="{FF2B5EF4-FFF2-40B4-BE49-F238E27FC236}">
                    <a16:creationId xmlns:a16="http://schemas.microsoft.com/office/drawing/2014/main" id="{F3119905-9EF9-10B9-AA64-B45E6F43A34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0233458" y="4228949"/>
                <a:ext cx="17496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32" name="Freihand 131">
                <a:extLst>
                  <a:ext uri="{FF2B5EF4-FFF2-40B4-BE49-F238E27FC236}">
                    <a16:creationId xmlns:a16="http://schemas.microsoft.com/office/drawing/2014/main" id="{74E2883D-CE30-FA79-659F-3297050C2C96}"/>
                  </a:ext>
                </a:extLst>
              </p14:cNvPr>
              <p14:cNvContentPartPr/>
              <p14:nvPr/>
            </p14:nvContentPartPr>
            <p14:xfrm>
              <a:off x="8196938" y="3253709"/>
              <a:ext cx="905760" cy="229320"/>
            </p14:xfrm>
          </p:contentPart>
        </mc:Choice>
        <mc:Fallback>
          <p:pic>
            <p:nvPicPr>
              <p:cNvPr id="132" name="Freihand 131">
                <a:extLst>
                  <a:ext uri="{FF2B5EF4-FFF2-40B4-BE49-F238E27FC236}">
                    <a16:creationId xmlns:a16="http://schemas.microsoft.com/office/drawing/2014/main" id="{74E2883D-CE30-FA79-659F-3297050C2C9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186494" y="3243269"/>
                <a:ext cx="927008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33" name="Freihand 132">
                <a:extLst>
                  <a:ext uri="{FF2B5EF4-FFF2-40B4-BE49-F238E27FC236}">
                    <a16:creationId xmlns:a16="http://schemas.microsoft.com/office/drawing/2014/main" id="{B5E5EBB4-6C7C-986E-6478-9DC66D019EB9}"/>
                  </a:ext>
                </a:extLst>
              </p14:cNvPr>
              <p14:cNvContentPartPr/>
              <p14:nvPr/>
            </p14:nvContentPartPr>
            <p14:xfrm>
              <a:off x="10273058" y="3275309"/>
              <a:ext cx="65160" cy="290160"/>
            </p14:xfrm>
          </p:contentPart>
        </mc:Choice>
        <mc:Fallback>
          <p:pic>
            <p:nvPicPr>
              <p:cNvPr id="133" name="Freihand 132">
                <a:extLst>
                  <a:ext uri="{FF2B5EF4-FFF2-40B4-BE49-F238E27FC236}">
                    <a16:creationId xmlns:a16="http://schemas.microsoft.com/office/drawing/2014/main" id="{B5E5EBB4-6C7C-986E-6478-9DC66D019EB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0262258" y="3264869"/>
                <a:ext cx="8640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42" name="Freihand 141">
                <a:extLst>
                  <a:ext uri="{FF2B5EF4-FFF2-40B4-BE49-F238E27FC236}">
                    <a16:creationId xmlns:a16="http://schemas.microsoft.com/office/drawing/2014/main" id="{00C8517B-45F4-51DC-CF34-8E63C77F6D2B}"/>
                  </a:ext>
                </a:extLst>
              </p14:cNvPr>
              <p14:cNvContentPartPr/>
              <p14:nvPr/>
            </p14:nvContentPartPr>
            <p14:xfrm>
              <a:off x="9548018" y="3265229"/>
              <a:ext cx="513000" cy="614160"/>
            </p14:xfrm>
          </p:contentPart>
        </mc:Choice>
        <mc:Fallback>
          <p:pic>
            <p:nvPicPr>
              <p:cNvPr id="142" name="Freihand 141">
                <a:extLst>
                  <a:ext uri="{FF2B5EF4-FFF2-40B4-BE49-F238E27FC236}">
                    <a16:creationId xmlns:a16="http://schemas.microsoft.com/office/drawing/2014/main" id="{00C8517B-45F4-51DC-CF34-8E63C77F6D2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537218" y="3254783"/>
                <a:ext cx="534240" cy="6354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56" name="Freihand 155">
                <a:extLst>
                  <a:ext uri="{FF2B5EF4-FFF2-40B4-BE49-F238E27FC236}">
                    <a16:creationId xmlns:a16="http://schemas.microsoft.com/office/drawing/2014/main" id="{AABD85C1-DC7D-5683-AFC7-B8EA13DED92E}"/>
                  </a:ext>
                </a:extLst>
              </p14:cNvPr>
              <p14:cNvContentPartPr/>
              <p14:nvPr/>
            </p14:nvContentPartPr>
            <p14:xfrm>
              <a:off x="10709255" y="3646953"/>
              <a:ext cx="159480" cy="442080"/>
            </p14:xfrm>
          </p:contentPart>
        </mc:Choice>
        <mc:Fallback>
          <p:pic>
            <p:nvPicPr>
              <p:cNvPr id="156" name="Freihand 155">
                <a:extLst>
                  <a:ext uri="{FF2B5EF4-FFF2-40B4-BE49-F238E27FC236}">
                    <a16:creationId xmlns:a16="http://schemas.microsoft.com/office/drawing/2014/main" id="{AABD85C1-DC7D-5683-AFC7-B8EA13DED92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698791" y="3636153"/>
                <a:ext cx="180768" cy="46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57" name="Freihand 156">
                <a:extLst>
                  <a:ext uri="{FF2B5EF4-FFF2-40B4-BE49-F238E27FC236}">
                    <a16:creationId xmlns:a16="http://schemas.microsoft.com/office/drawing/2014/main" id="{35E6C249-06B8-DC16-F453-4BB0F6DDDAF3}"/>
                  </a:ext>
                </a:extLst>
              </p14:cNvPr>
              <p14:cNvContentPartPr/>
              <p14:nvPr/>
            </p14:nvContentPartPr>
            <p14:xfrm>
              <a:off x="10478495" y="3271113"/>
              <a:ext cx="857160" cy="272160"/>
            </p14:xfrm>
          </p:contentPart>
        </mc:Choice>
        <mc:Fallback>
          <p:pic>
            <p:nvPicPr>
              <p:cNvPr id="157" name="Freihand 156">
                <a:extLst>
                  <a:ext uri="{FF2B5EF4-FFF2-40B4-BE49-F238E27FC236}">
                    <a16:creationId xmlns:a16="http://schemas.microsoft.com/office/drawing/2014/main" id="{35E6C249-06B8-DC16-F453-4BB0F6DDDAF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467695" y="3260313"/>
                <a:ext cx="878400" cy="293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Verlauf der Runden im Überblick</a:t>
            </a:r>
            <a:endParaRPr lang="en-US" sz="3600" dirty="0"/>
          </a:p>
        </p:txBody>
      </p:sp>
      <p:sp>
        <p:nvSpPr>
          <p:cNvPr id="4" name="Runde 1"/>
          <p:cNvSpPr/>
          <p:nvPr/>
        </p:nvSpPr>
        <p:spPr>
          <a:xfrm>
            <a:off x="1188720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11887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1945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Runde 1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Jan./Feb.</a:t>
            </a:r>
            <a:endParaRPr lang="en-US" sz="1400" dirty="0"/>
          </a:p>
        </p:txBody>
      </p:sp>
      <p:sp>
        <p:nvSpPr>
          <p:cNvPr id="7" name="Platzhalter Runde 1"/>
          <p:cNvSpPr/>
          <p:nvPr/>
        </p:nvSpPr>
        <p:spPr>
          <a:xfrm>
            <a:off x="640080" y="3017520"/>
            <a:ext cx="1645920" cy="292608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77240" y="3017520"/>
            <a:ext cx="1371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4"/>
                </a:solidFill>
              </a:rPr>
              <a:t>Entscheidung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accent4"/>
                </a:solidFill>
              </a:rPr>
              <a:t>Ergebnis</a:t>
            </a:r>
            <a:endParaRPr lang="en-US" sz="1400" dirty="0"/>
          </a:p>
        </p:txBody>
      </p:sp>
      <p:sp>
        <p:nvSpPr>
          <p:cNvPr id="9" name="Runde 2"/>
          <p:cNvSpPr/>
          <p:nvPr/>
        </p:nvSpPr>
        <p:spPr>
          <a:xfrm>
            <a:off x="3035808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035808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2487168" y="21945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Runde 2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März/Apr.</a:t>
            </a:r>
            <a:endParaRPr lang="en-US" sz="1400" dirty="0"/>
          </a:p>
        </p:txBody>
      </p:sp>
      <p:sp>
        <p:nvSpPr>
          <p:cNvPr id="12" name="Platzhalter Runde 2"/>
          <p:cNvSpPr/>
          <p:nvPr/>
        </p:nvSpPr>
        <p:spPr>
          <a:xfrm>
            <a:off x="2487168" y="3017520"/>
            <a:ext cx="1645920" cy="292608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2624328" y="3017520"/>
            <a:ext cx="1371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4"/>
                </a:solidFill>
              </a:rPr>
              <a:t>Entscheidung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accent4"/>
                </a:solidFill>
              </a:rPr>
              <a:t>Ergebnis</a:t>
            </a:r>
            <a:endParaRPr lang="en-US" sz="1400" dirty="0"/>
          </a:p>
        </p:txBody>
      </p:sp>
      <p:sp>
        <p:nvSpPr>
          <p:cNvPr id="14" name="Runde 3"/>
          <p:cNvSpPr/>
          <p:nvPr/>
        </p:nvSpPr>
        <p:spPr>
          <a:xfrm>
            <a:off x="4882896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882896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4334256" y="21945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Runde 3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Mai/Juni</a:t>
            </a:r>
            <a:endParaRPr lang="en-US" sz="1400" dirty="0"/>
          </a:p>
        </p:txBody>
      </p:sp>
      <p:sp>
        <p:nvSpPr>
          <p:cNvPr id="17" name="Platzhalter Runde 3"/>
          <p:cNvSpPr/>
          <p:nvPr/>
        </p:nvSpPr>
        <p:spPr>
          <a:xfrm>
            <a:off x="4334256" y="3017520"/>
            <a:ext cx="1645920" cy="292608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18" name="Text 15"/>
          <p:cNvSpPr txBox="1"/>
          <p:nvPr/>
        </p:nvSpPr>
        <p:spPr>
          <a:xfrm>
            <a:off x="4471416" y="3017520"/>
            <a:ext cx="1371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4"/>
                </a:solidFill>
              </a:rPr>
              <a:t>Entscheidung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accent4"/>
                </a:solidFill>
              </a:rPr>
              <a:t>Ergebnis</a:t>
            </a:r>
            <a:endParaRPr lang="en-US" sz="1400" dirty="0"/>
          </a:p>
        </p:txBody>
      </p:sp>
      <p:sp>
        <p:nvSpPr>
          <p:cNvPr id="19" name="Runde 4"/>
          <p:cNvSpPr/>
          <p:nvPr/>
        </p:nvSpPr>
        <p:spPr>
          <a:xfrm>
            <a:off x="6729984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729984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6181344" y="21945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Runde 4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Juli/Aug.</a:t>
            </a:r>
            <a:endParaRPr lang="en-US" sz="1400" dirty="0"/>
          </a:p>
        </p:txBody>
      </p:sp>
      <p:sp>
        <p:nvSpPr>
          <p:cNvPr id="22" name="Platzhalter Runde 4"/>
          <p:cNvSpPr/>
          <p:nvPr/>
        </p:nvSpPr>
        <p:spPr>
          <a:xfrm>
            <a:off x="6181344" y="3017520"/>
            <a:ext cx="1645920" cy="292608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23" name="Text 20"/>
          <p:cNvSpPr txBox="1"/>
          <p:nvPr/>
        </p:nvSpPr>
        <p:spPr>
          <a:xfrm>
            <a:off x="6318504" y="3017520"/>
            <a:ext cx="1371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4"/>
                </a:solidFill>
              </a:rPr>
              <a:t>Entscheidung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accent4"/>
                </a:solidFill>
              </a:rPr>
              <a:t>Ergebnis</a:t>
            </a:r>
            <a:endParaRPr lang="en-US" sz="1400" dirty="0"/>
          </a:p>
        </p:txBody>
      </p:sp>
      <p:sp>
        <p:nvSpPr>
          <p:cNvPr id="24" name="Runde 5"/>
          <p:cNvSpPr/>
          <p:nvPr/>
        </p:nvSpPr>
        <p:spPr>
          <a:xfrm>
            <a:off x="8577072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577072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8028432" y="21945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Runde 5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Sep./Okt.</a:t>
            </a:r>
            <a:endParaRPr lang="en-US" sz="1400" dirty="0"/>
          </a:p>
        </p:txBody>
      </p:sp>
      <p:sp>
        <p:nvSpPr>
          <p:cNvPr id="27" name="Platzhalter Runde 5"/>
          <p:cNvSpPr/>
          <p:nvPr/>
        </p:nvSpPr>
        <p:spPr>
          <a:xfrm>
            <a:off x="8028432" y="3017520"/>
            <a:ext cx="1645920" cy="292608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28" name="Text 25"/>
          <p:cNvSpPr txBox="1"/>
          <p:nvPr/>
        </p:nvSpPr>
        <p:spPr>
          <a:xfrm>
            <a:off x="8165592" y="3017520"/>
            <a:ext cx="1371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4"/>
                </a:solidFill>
              </a:rPr>
              <a:t>Entscheidung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accent4"/>
                </a:solidFill>
              </a:rPr>
              <a:t>Ergebnis</a:t>
            </a:r>
            <a:endParaRPr lang="en-US" sz="1400" dirty="0"/>
          </a:p>
        </p:txBody>
      </p:sp>
      <p:sp>
        <p:nvSpPr>
          <p:cNvPr id="29" name="Runde 6"/>
          <p:cNvSpPr/>
          <p:nvPr/>
        </p:nvSpPr>
        <p:spPr>
          <a:xfrm>
            <a:off x="10424160" y="15544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1042416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US" sz="2000" dirty="0"/>
          </a:p>
        </p:txBody>
      </p:sp>
      <p:sp>
        <p:nvSpPr>
          <p:cNvPr id="31" name="Text 28"/>
          <p:cNvSpPr txBox="1"/>
          <p:nvPr/>
        </p:nvSpPr>
        <p:spPr>
          <a:xfrm>
            <a:off x="9875520" y="21945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Runde 6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Nov./Dez.</a:t>
            </a:r>
            <a:endParaRPr lang="en-US" sz="1400" dirty="0"/>
          </a:p>
        </p:txBody>
      </p:sp>
      <p:sp>
        <p:nvSpPr>
          <p:cNvPr id="32" name="Platzhalter Runde 6"/>
          <p:cNvSpPr/>
          <p:nvPr/>
        </p:nvSpPr>
        <p:spPr>
          <a:xfrm>
            <a:off x="9875520" y="3017520"/>
            <a:ext cx="1645920" cy="292608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33" name="Text 30"/>
          <p:cNvSpPr txBox="1"/>
          <p:nvPr/>
        </p:nvSpPr>
        <p:spPr>
          <a:xfrm>
            <a:off x="10012680" y="3017520"/>
            <a:ext cx="1371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4"/>
                </a:solidFill>
              </a:rPr>
              <a:t>Entscheidung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accent4"/>
                </a:solidFill>
              </a:rPr>
              <a:t>Ergebnis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Unsere Entscheidungen je Runde</a:t>
            </a:r>
            <a:endParaRPr lang="en-US" sz="3600" dirty="0"/>
          </a:p>
        </p:txBody>
      </p:sp>
      <p:graphicFrame>
        <p:nvGraphicFramePr>
          <p:cNvPr id="6" name="Tabelle Entscheidung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384048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Runde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Maschinen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Mitarbeiter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Paletten produziert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Preis / Palette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Begründung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A2F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A2F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A2F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A2F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A2F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A2F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Werte aus Entscheidungsprotokoll und Excel eintragen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1" name="Freihand 20">
                <a:extLst>
                  <a:ext uri="{FF2B5EF4-FFF2-40B4-BE49-F238E27FC236}">
                    <a16:creationId xmlns:a16="http://schemas.microsoft.com/office/drawing/2014/main" id="{4BDF7B46-2ACE-B3FC-6053-082CCBEAD08F}"/>
                  </a:ext>
                </a:extLst>
              </p14:cNvPr>
              <p14:cNvContentPartPr/>
              <p14:nvPr/>
            </p14:nvContentPartPr>
            <p14:xfrm>
              <a:off x="6763386" y="5545841"/>
              <a:ext cx="961200" cy="515880"/>
            </p14:xfrm>
          </p:contentPart>
        </mc:Choice>
        <mc:Fallback>
          <p:pic>
            <p:nvPicPr>
              <p:cNvPr id="21" name="Freihand 20">
                <a:extLst>
                  <a:ext uri="{FF2B5EF4-FFF2-40B4-BE49-F238E27FC236}">
                    <a16:creationId xmlns:a16="http://schemas.microsoft.com/office/drawing/2014/main" id="{4BDF7B46-2ACE-B3FC-6053-082CCBEAD08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52946" y="5535041"/>
                <a:ext cx="982440" cy="53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2" name="Freihand 21">
                <a:extLst>
                  <a:ext uri="{FF2B5EF4-FFF2-40B4-BE49-F238E27FC236}">
                    <a16:creationId xmlns:a16="http://schemas.microsoft.com/office/drawing/2014/main" id="{80E932F5-1F51-77AA-4D67-531147340F54}"/>
                  </a:ext>
                </a:extLst>
              </p14:cNvPr>
              <p14:cNvContentPartPr/>
              <p14:nvPr/>
            </p14:nvContentPartPr>
            <p14:xfrm>
              <a:off x="5170386" y="5698841"/>
              <a:ext cx="1283040" cy="409320"/>
            </p14:xfrm>
          </p:contentPart>
        </mc:Choice>
        <mc:Fallback>
          <p:pic>
            <p:nvPicPr>
              <p:cNvPr id="22" name="Freihand 21">
                <a:extLst>
                  <a:ext uri="{FF2B5EF4-FFF2-40B4-BE49-F238E27FC236}">
                    <a16:creationId xmlns:a16="http://schemas.microsoft.com/office/drawing/2014/main" id="{80E932F5-1F51-77AA-4D67-531147340F5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59943" y="5688401"/>
                <a:ext cx="1304286" cy="430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Wirtschaftsdienst: was von außen auf uns wirkte</a:t>
            </a:r>
            <a:endParaRPr lang="en-US" sz="3600" dirty="0"/>
          </a:p>
        </p:txBody>
      </p:sp>
      <p:sp>
        <p:nvSpPr>
          <p:cNvPr id="4" name="Platzhalter"/>
          <p:cNvSpPr/>
          <p:nvPr/>
        </p:nvSpPr>
        <p:spPr>
          <a:xfrm>
            <a:off x="640080" y="1463040"/>
            <a:ext cx="530352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5" name="Text 2"/>
          <p:cNvSpPr txBox="1"/>
          <p:nvPr/>
        </p:nvSpPr>
        <p:spPr>
          <a:xfrm>
            <a:off x="868680" y="1463040"/>
            <a:ext cx="48463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Nachricht(en) je Runde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Runde 2 bis 6: Meldung des Wirtschaftsdienstes in einem Satz</a:t>
            </a:r>
            <a:endParaRPr lang="en-US" sz="1600" dirty="0"/>
          </a:p>
        </p:txBody>
      </p:sp>
      <p:sp>
        <p:nvSpPr>
          <p:cNvPr id="6" name="Platzhalter"/>
          <p:cNvSpPr/>
          <p:nvPr/>
        </p:nvSpPr>
        <p:spPr>
          <a:xfrm>
            <a:off x="6217920" y="1463040"/>
            <a:ext cx="530352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6446520" y="1463040"/>
            <a:ext cx="48463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Unsere Reaktion &amp; Wirkung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Was haben wir geändert, und wie hat sich der Unternehmenswert dadurch verändert?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Auswertung: Kennzahlen pro Runde</a:t>
            </a:r>
            <a:endParaRPr lang="en-US" sz="3600" dirty="0"/>
          </a:p>
        </p:txBody>
      </p:sp>
      <p:graphicFrame>
        <p:nvGraphicFramePr>
          <p:cNvPr id="8" name="Tabelle Kennzahl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7223760" cy="3968496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Kennzahl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R1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R2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R3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R4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R5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R6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2F"/>
                          </a:solidFill>
                        </a:rPr>
                        <a:t>Umsatzerlöse (€)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2F"/>
                          </a:solidFill>
                        </a:rPr>
                        <a:t>Gesamtkosten (€)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2F"/>
                          </a:solidFill>
                        </a:rPr>
                        <a:t>Gewinn der Runde (€)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2F"/>
                          </a:solidFill>
                        </a:rPr>
                        <a:t>Kassenbestand Ende (€)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2F"/>
                          </a:solidFill>
                        </a:rPr>
                        <a:t>Abgesetzte Paletten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2F"/>
                          </a:solidFill>
                        </a:rPr>
                        <a:t>Auslastung (Absatz / Produktion)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–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8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Karte So haben wir gerechnet"/>
          <p:cNvSpPr/>
          <p:nvPr/>
        </p:nvSpPr>
        <p:spPr>
          <a:xfrm>
            <a:off x="8138160" y="1463040"/>
            <a:ext cx="3383280" cy="420624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6" name="Icon-Kreis FaChartLine"/>
          <p:cNvSpPr/>
          <p:nvPr/>
        </p:nvSpPr>
        <p:spPr>
          <a:xfrm>
            <a:off x="8412480" y="1737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 FaChartLine" descr="Symbo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1702" y="1916582"/>
            <a:ext cx="281635" cy="281635"/>
          </a:xfrm>
          <a:prstGeom prst="rect">
            <a:avLst/>
          </a:prstGeom>
        </p:spPr>
      </p:pic>
      <p:sp>
        <p:nvSpPr>
          <p:cNvPr id="3" name="Text 3"/>
          <p:cNvSpPr txBox="1"/>
          <p:nvPr/>
        </p:nvSpPr>
        <p:spPr>
          <a:xfrm>
            <a:off x="9235440" y="17373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So haben wir gerechnet</a:t>
            </a:r>
            <a:endParaRPr lang="en-US" sz="2000" dirty="0"/>
          </a:p>
        </p:txBody>
      </p:sp>
      <p:sp>
        <p:nvSpPr>
          <p:cNvPr id="9" name="Text 4"/>
          <p:cNvSpPr txBox="1"/>
          <p:nvPr/>
        </p:nvSpPr>
        <p:spPr>
          <a:xfrm>
            <a:off x="8412480" y="2651760"/>
            <a:ext cx="2834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Umsatz = Menge × Preis (Rest am Schnäppchenmarkt: 1.000 €/Palette)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Kosten = Maschinen, Personal, Miete, Produktion, Material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Schlussbestand = Anfangsbestand − Kosten + Umsatz</a:t>
            </a:r>
            <a:endParaRPr lang="en-US" sz="1600" dirty="0"/>
          </a:p>
        </p:txBody>
      </p:sp>
      <p:sp>
        <p:nvSpPr>
          <p:cNvPr id="10" name="Text 5"/>
          <p:cNvSpPr txBox="1"/>
          <p:nvPr/>
        </p:nvSpPr>
        <p:spPr>
          <a:xfrm>
            <a:off x="640080" y="576072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Aussagekraft der Kennzahlen: später ergänzen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0" name="Freihand 19">
                <a:extLst>
                  <a:ext uri="{FF2B5EF4-FFF2-40B4-BE49-F238E27FC236}">
                    <a16:creationId xmlns:a16="http://schemas.microsoft.com/office/drawing/2014/main" id="{AC16BD27-5AF8-E00D-55BB-3F2F3D88C9A8}"/>
                  </a:ext>
                </a:extLst>
              </p14:cNvPr>
              <p14:cNvContentPartPr/>
              <p14:nvPr/>
            </p14:nvContentPartPr>
            <p14:xfrm>
              <a:off x="4751999" y="5742626"/>
              <a:ext cx="3970440" cy="774360"/>
            </p14:xfrm>
          </p:contentPart>
        </mc:Choice>
        <mc:Fallback>
          <p:pic>
            <p:nvPicPr>
              <p:cNvPr id="20" name="Freihand 19">
                <a:extLst>
                  <a:ext uri="{FF2B5EF4-FFF2-40B4-BE49-F238E27FC236}">
                    <a16:creationId xmlns:a16="http://schemas.microsoft.com/office/drawing/2014/main" id="{AC16BD27-5AF8-E00D-55BB-3F2F3D88C9A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41200" y="5732186"/>
                <a:ext cx="3991678" cy="795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Auswertung: Entwicklung über die Runden</a:t>
            </a:r>
            <a:endParaRPr lang="en-US" sz="3600" dirty="0"/>
          </a:p>
        </p:txBody>
      </p:sp>
      <p:sp>
        <p:nvSpPr>
          <p:cNvPr id="4" name="Platzhalter"/>
          <p:cNvSpPr/>
          <p:nvPr/>
        </p:nvSpPr>
        <p:spPr>
          <a:xfrm>
            <a:off x="640080" y="1463040"/>
            <a:ext cx="5303520" cy="38404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5" name="Text 2"/>
          <p:cNvSpPr txBox="1"/>
          <p:nvPr/>
        </p:nvSpPr>
        <p:spPr>
          <a:xfrm>
            <a:off x="868680" y="146304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Diagramm: Umsatz, Kosten, Gewinn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Säulen je Runde (R1–R6)</a:t>
            </a:r>
            <a:endParaRPr lang="en-US" sz="1600" dirty="0"/>
          </a:p>
        </p:txBody>
      </p:sp>
      <p:sp>
        <p:nvSpPr>
          <p:cNvPr id="6" name="Platzhalter"/>
          <p:cNvSpPr/>
          <p:nvPr/>
        </p:nvSpPr>
        <p:spPr>
          <a:xfrm>
            <a:off x="6217920" y="1463040"/>
            <a:ext cx="5303520" cy="38404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7" name="Text 4"/>
          <p:cNvSpPr txBox="1"/>
          <p:nvPr/>
        </p:nvSpPr>
        <p:spPr>
          <a:xfrm>
            <a:off x="6446520" y="146304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Diagramm: Kassenbestand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Linie je Runde, Start 100.000 €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4864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Kernaussage: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2103120" y="54864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Ein Satz zur Entwicklung – später ergänzen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Endbestand und Unternehmensverkaufswert</a:t>
            </a:r>
            <a:endParaRPr lang="en-US" sz="3600" dirty="0"/>
          </a:p>
        </p:txBody>
      </p:sp>
      <p:sp>
        <p:nvSpPr>
          <p:cNvPr id="4" name="Kennzahl Schlussbestand nach Runde 6"/>
          <p:cNvSpPr/>
          <p:nvPr/>
        </p:nvSpPr>
        <p:spPr>
          <a:xfrm>
            <a:off x="640080" y="1463040"/>
            <a:ext cx="34747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16916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 €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880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Schlussbestand nach Runde 6</a:t>
            </a:r>
            <a:endParaRPr lang="en-US" sz="1600" dirty="0"/>
          </a:p>
        </p:txBody>
      </p:sp>
      <p:sp>
        <p:nvSpPr>
          <p:cNvPr id="7" name="Kennzahl Restwert der Maschinen"/>
          <p:cNvSpPr/>
          <p:nvPr/>
        </p:nvSpPr>
        <p:spPr>
          <a:xfrm>
            <a:off x="4343400" y="1463040"/>
            <a:ext cx="34747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343400" y="16916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 €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4526280" y="2880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Restwert der Maschinen</a:t>
            </a:r>
            <a:endParaRPr lang="en-US" sz="1600" dirty="0"/>
          </a:p>
        </p:txBody>
      </p:sp>
      <p:sp>
        <p:nvSpPr>
          <p:cNvPr id="10" name="Kennzahl Unternehmensverkaufswert"/>
          <p:cNvSpPr/>
          <p:nvPr/>
        </p:nvSpPr>
        <p:spPr>
          <a:xfrm>
            <a:off x="8046720" y="1463040"/>
            <a:ext cx="34747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046720" y="169164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 €</a:t>
            </a:r>
            <a:endParaRPr lang="en-US" sz="48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2880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Unternehmensverkaufswert</a:t>
            </a:r>
            <a:endParaRPr lang="en-US" sz="1600" dirty="0"/>
          </a:p>
        </p:txBody>
      </p:sp>
      <p:sp>
        <p:nvSpPr>
          <p:cNvPr id="13" name="Platzhalter"/>
          <p:cNvSpPr/>
          <p:nvPr/>
        </p:nvSpPr>
        <p:spPr>
          <a:xfrm>
            <a:off x="640080" y="4206240"/>
            <a:ext cx="108813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868680" y="420624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Einordnung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Platzierung im Vergleich zu den anderen Gruppen? Was hat am meisten zum Ergebnis beigetragen?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1" name="Freihand 30">
                <a:extLst>
                  <a:ext uri="{FF2B5EF4-FFF2-40B4-BE49-F238E27FC236}">
                    <a16:creationId xmlns:a16="http://schemas.microsoft.com/office/drawing/2014/main" id="{E8785EBE-24AE-9490-ABF7-D89291E6FC75}"/>
                  </a:ext>
                </a:extLst>
              </p14:cNvPr>
              <p14:cNvContentPartPr/>
              <p14:nvPr/>
            </p14:nvContentPartPr>
            <p14:xfrm>
              <a:off x="768618" y="1786960"/>
              <a:ext cx="1152720" cy="820080"/>
            </p14:xfrm>
          </p:contentPart>
        </mc:Choice>
        <mc:Fallback>
          <p:pic>
            <p:nvPicPr>
              <p:cNvPr id="31" name="Freihand 30">
                <a:extLst>
                  <a:ext uri="{FF2B5EF4-FFF2-40B4-BE49-F238E27FC236}">
                    <a16:creationId xmlns:a16="http://schemas.microsoft.com/office/drawing/2014/main" id="{E8785EBE-24AE-9490-ABF7-D89291E6FC7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8178" y="1776515"/>
                <a:ext cx="1173960" cy="8413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3" name="Freihand 42">
                <a:extLst>
                  <a:ext uri="{FF2B5EF4-FFF2-40B4-BE49-F238E27FC236}">
                    <a16:creationId xmlns:a16="http://schemas.microsoft.com/office/drawing/2014/main" id="{9E5729CB-7826-6ECD-34FB-A77EB482396D}"/>
                  </a:ext>
                </a:extLst>
              </p14:cNvPr>
              <p14:cNvContentPartPr/>
              <p14:nvPr/>
            </p14:nvContentPartPr>
            <p14:xfrm>
              <a:off x="5387015" y="1637651"/>
              <a:ext cx="639720" cy="208440"/>
            </p14:xfrm>
          </p:contentPart>
        </mc:Choice>
        <mc:Fallback>
          <p:pic>
            <p:nvPicPr>
              <p:cNvPr id="43" name="Freihand 42">
                <a:extLst>
                  <a:ext uri="{FF2B5EF4-FFF2-40B4-BE49-F238E27FC236}">
                    <a16:creationId xmlns:a16="http://schemas.microsoft.com/office/drawing/2014/main" id="{9E5729CB-7826-6ECD-34FB-A77EB482396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76221" y="1626870"/>
                <a:ext cx="660948" cy="2296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4" name="Freihand 43">
                <a:extLst>
                  <a:ext uri="{FF2B5EF4-FFF2-40B4-BE49-F238E27FC236}">
                    <a16:creationId xmlns:a16="http://schemas.microsoft.com/office/drawing/2014/main" id="{B92252E4-2756-C102-28A6-9E3001178911}"/>
                  </a:ext>
                </a:extLst>
              </p14:cNvPr>
              <p14:cNvContentPartPr/>
              <p14:nvPr/>
            </p14:nvContentPartPr>
            <p14:xfrm>
              <a:off x="4724255" y="1613531"/>
              <a:ext cx="475920" cy="238680"/>
            </p14:xfrm>
          </p:contentPart>
        </mc:Choice>
        <mc:Fallback>
          <p:pic>
            <p:nvPicPr>
              <p:cNvPr id="44" name="Freihand 43">
                <a:extLst>
                  <a:ext uri="{FF2B5EF4-FFF2-40B4-BE49-F238E27FC236}">
                    <a16:creationId xmlns:a16="http://schemas.microsoft.com/office/drawing/2014/main" id="{B92252E4-2756-C102-28A6-9E300117891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713455" y="1603075"/>
                <a:ext cx="497160" cy="2599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53" name="Freihand 52">
                <a:extLst>
                  <a:ext uri="{FF2B5EF4-FFF2-40B4-BE49-F238E27FC236}">
                    <a16:creationId xmlns:a16="http://schemas.microsoft.com/office/drawing/2014/main" id="{F4BCDE67-4A71-9487-9B1A-8FAEC6D7A819}"/>
                  </a:ext>
                </a:extLst>
              </p14:cNvPr>
              <p14:cNvContentPartPr/>
              <p14:nvPr/>
            </p14:nvContentPartPr>
            <p14:xfrm>
              <a:off x="6216095" y="1559891"/>
              <a:ext cx="1478021" cy="323807"/>
            </p14:xfrm>
          </p:contentPart>
        </mc:Choice>
        <mc:Fallback>
          <p:pic>
            <p:nvPicPr>
              <p:cNvPr id="53" name="Freihand 52">
                <a:extLst>
                  <a:ext uri="{FF2B5EF4-FFF2-40B4-BE49-F238E27FC236}">
                    <a16:creationId xmlns:a16="http://schemas.microsoft.com/office/drawing/2014/main" id="{F4BCDE67-4A71-9487-9B1A-8FAEC6D7A81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205656" y="1549085"/>
                <a:ext cx="1499259" cy="3450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65" name="Freihand 64">
                <a:extLst>
                  <a:ext uri="{FF2B5EF4-FFF2-40B4-BE49-F238E27FC236}">
                    <a16:creationId xmlns:a16="http://schemas.microsoft.com/office/drawing/2014/main" id="{64B3E973-EB9F-EF77-414B-3360A423E2BC}"/>
                  </a:ext>
                </a:extLst>
              </p14:cNvPr>
              <p14:cNvContentPartPr/>
              <p14:nvPr/>
            </p14:nvContentPartPr>
            <p14:xfrm>
              <a:off x="9603389" y="1491905"/>
              <a:ext cx="224280" cy="260640"/>
            </p14:xfrm>
          </p:contentPart>
        </mc:Choice>
        <mc:Fallback>
          <p:pic>
            <p:nvPicPr>
              <p:cNvPr id="65" name="Freihand 64">
                <a:extLst>
                  <a:ext uri="{FF2B5EF4-FFF2-40B4-BE49-F238E27FC236}">
                    <a16:creationId xmlns:a16="http://schemas.microsoft.com/office/drawing/2014/main" id="{64B3E973-EB9F-EF77-414B-3360A423E2B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592589" y="1481105"/>
                <a:ext cx="24552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66" name="Freihand 65">
                <a:extLst>
                  <a:ext uri="{FF2B5EF4-FFF2-40B4-BE49-F238E27FC236}">
                    <a16:creationId xmlns:a16="http://schemas.microsoft.com/office/drawing/2014/main" id="{021C12AA-A54F-082A-A3F7-68E84804714C}"/>
                  </a:ext>
                </a:extLst>
              </p14:cNvPr>
              <p14:cNvContentPartPr/>
              <p14:nvPr/>
            </p14:nvContentPartPr>
            <p14:xfrm>
              <a:off x="9011189" y="1560665"/>
              <a:ext cx="366480" cy="180360"/>
            </p14:xfrm>
          </p:contentPart>
        </mc:Choice>
        <mc:Fallback>
          <p:pic>
            <p:nvPicPr>
              <p:cNvPr id="66" name="Freihand 65">
                <a:extLst>
                  <a:ext uri="{FF2B5EF4-FFF2-40B4-BE49-F238E27FC236}">
                    <a16:creationId xmlns:a16="http://schemas.microsoft.com/office/drawing/2014/main" id="{021C12AA-A54F-082A-A3F7-68E84804714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000378" y="1550225"/>
                <a:ext cx="387741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67" name="Freihand 66">
                <a:extLst>
                  <a:ext uri="{FF2B5EF4-FFF2-40B4-BE49-F238E27FC236}">
                    <a16:creationId xmlns:a16="http://schemas.microsoft.com/office/drawing/2014/main" id="{A21F3FE1-1619-C0DA-CFE6-C618D60775DF}"/>
                  </a:ext>
                </a:extLst>
              </p14:cNvPr>
              <p14:cNvContentPartPr/>
              <p14:nvPr/>
            </p14:nvContentPartPr>
            <p14:xfrm>
              <a:off x="8370389" y="1531145"/>
              <a:ext cx="475920" cy="249120"/>
            </p14:xfrm>
          </p:contentPart>
        </mc:Choice>
        <mc:Fallback>
          <p:pic>
            <p:nvPicPr>
              <p:cNvPr id="67" name="Freihand 66">
                <a:extLst>
                  <a:ext uri="{FF2B5EF4-FFF2-40B4-BE49-F238E27FC236}">
                    <a16:creationId xmlns:a16="http://schemas.microsoft.com/office/drawing/2014/main" id="{A21F3FE1-1619-C0DA-CFE6-C618D60775D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359589" y="1520705"/>
                <a:ext cx="497160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71" name="Freihand 70">
                <a:extLst>
                  <a:ext uri="{FF2B5EF4-FFF2-40B4-BE49-F238E27FC236}">
                    <a16:creationId xmlns:a16="http://schemas.microsoft.com/office/drawing/2014/main" id="{3AEC684D-B31D-D3FE-3E87-AA0F04BBB667}"/>
                  </a:ext>
                </a:extLst>
              </p14:cNvPr>
              <p14:cNvContentPartPr/>
              <p14:nvPr/>
            </p14:nvContentPartPr>
            <p14:xfrm>
              <a:off x="9748829" y="1542665"/>
              <a:ext cx="593640" cy="230760"/>
            </p14:xfrm>
          </p:contentPart>
        </mc:Choice>
        <mc:Fallback>
          <p:pic>
            <p:nvPicPr>
              <p:cNvPr id="71" name="Freihand 70">
                <a:extLst>
                  <a:ext uri="{FF2B5EF4-FFF2-40B4-BE49-F238E27FC236}">
                    <a16:creationId xmlns:a16="http://schemas.microsoft.com/office/drawing/2014/main" id="{3AEC684D-B31D-D3FE-3E87-AA0F04BBB66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738029" y="1531882"/>
                <a:ext cx="614880" cy="2519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76" name="Freihand 75">
                <a:extLst>
                  <a:ext uri="{FF2B5EF4-FFF2-40B4-BE49-F238E27FC236}">
                    <a16:creationId xmlns:a16="http://schemas.microsoft.com/office/drawing/2014/main" id="{E9A3D6A5-06E7-9DA1-785C-EC2FB1DAE2F6}"/>
                  </a:ext>
                </a:extLst>
              </p14:cNvPr>
              <p14:cNvContentPartPr/>
              <p14:nvPr/>
            </p14:nvContentPartPr>
            <p14:xfrm>
              <a:off x="10291469" y="1577098"/>
              <a:ext cx="617040" cy="237600"/>
            </p14:xfrm>
          </p:contentPart>
        </mc:Choice>
        <mc:Fallback>
          <p:pic>
            <p:nvPicPr>
              <p:cNvPr id="76" name="Freihand 75">
                <a:extLst>
                  <a:ext uri="{FF2B5EF4-FFF2-40B4-BE49-F238E27FC236}">
                    <a16:creationId xmlns:a16="http://schemas.microsoft.com/office/drawing/2014/main" id="{E9A3D6A5-06E7-9DA1-785C-EC2FB1DAE2F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280669" y="1566314"/>
                <a:ext cx="638280" cy="258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77" name="Freihand 76">
                <a:extLst>
                  <a:ext uri="{FF2B5EF4-FFF2-40B4-BE49-F238E27FC236}">
                    <a16:creationId xmlns:a16="http://schemas.microsoft.com/office/drawing/2014/main" id="{8A3AF489-8C7D-3DF5-67E2-0D15A6168F4E}"/>
                  </a:ext>
                </a:extLst>
              </p14:cNvPr>
              <p14:cNvContentPartPr/>
              <p14:nvPr/>
            </p14:nvContentPartPr>
            <p14:xfrm>
              <a:off x="10947389" y="1747738"/>
              <a:ext cx="120240" cy="14040"/>
            </p14:xfrm>
          </p:contentPart>
        </mc:Choice>
        <mc:Fallback>
          <p:pic>
            <p:nvPicPr>
              <p:cNvPr id="77" name="Freihand 76">
                <a:extLst>
                  <a:ext uri="{FF2B5EF4-FFF2-40B4-BE49-F238E27FC236}">
                    <a16:creationId xmlns:a16="http://schemas.microsoft.com/office/drawing/2014/main" id="{8A3AF489-8C7D-3DF5-67E2-0D15A6168F4E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936949" y="1737298"/>
                <a:ext cx="14148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85" name="Freihand 84">
                <a:extLst>
                  <a:ext uri="{FF2B5EF4-FFF2-40B4-BE49-F238E27FC236}">
                    <a16:creationId xmlns:a16="http://schemas.microsoft.com/office/drawing/2014/main" id="{5BB5B74C-B6F0-BFED-2966-2918F7BD790B}"/>
                  </a:ext>
                </a:extLst>
              </p14:cNvPr>
              <p14:cNvContentPartPr/>
              <p14:nvPr/>
            </p14:nvContentPartPr>
            <p14:xfrm>
              <a:off x="10405949" y="1869418"/>
              <a:ext cx="904320" cy="286920"/>
            </p14:xfrm>
          </p:contentPart>
        </mc:Choice>
        <mc:Fallback>
          <p:pic>
            <p:nvPicPr>
              <p:cNvPr id="85" name="Freihand 84">
                <a:extLst>
                  <a:ext uri="{FF2B5EF4-FFF2-40B4-BE49-F238E27FC236}">
                    <a16:creationId xmlns:a16="http://schemas.microsoft.com/office/drawing/2014/main" id="{5BB5B74C-B6F0-BFED-2966-2918F7BD790B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0395149" y="1858604"/>
                <a:ext cx="925560" cy="308187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Reflexion: Würden wir wieder so entscheiden?</a:t>
            </a:r>
            <a:endParaRPr lang="en-US" sz="3600" dirty="0"/>
          </a:p>
        </p:txBody>
      </p:sp>
      <p:sp>
        <p:nvSpPr>
          <p:cNvPr id="4" name="Karte Das lief gut"/>
          <p:cNvSpPr/>
          <p:nvPr/>
        </p:nvSpPr>
        <p:spPr>
          <a:xfrm>
            <a:off x="640080" y="1463040"/>
            <a:ext cx="3474720" cy="35661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5" name="Icon-Kreis FaThumbsUp"/>
          <p:cNvSpPr/>
          <p:nvPr/>
        </p:nvSpPr>
        <p:spPr>
          <a:xfrm>
            <a:off x="914400" y="173736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con FaThumbsUp" descr="Symbo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622" y="1916582"/>
            <a:ext cx="281635" cy="28163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737360" y="1737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Das lief gut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265176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– Entscheidung 1: Begründung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– Entscheidung 2: Begründung</a:t>
            </a:r>
            <a:endParaRPr lang="en-US" sz="1600" dirty="0"/>
          </a:p>
        </p:txBody>
      </p:sp>
      <p:sp>
        <p:nvSpPr>
          <p:cNvPr id="9" name="Karte Das lief schlechter"/>
          <p:cNvSpPr/>
          <p:nvPr/>
        </p:nvSpPr>
        <p:spPr>
          <a:xfrm>
            <a:off x="4343400" y="1463040"/>
            <a:ext cx="3474720" cy="35661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0" name="Icon-Kreis FaThumbsDown"/>
          <p:cNvSpPr/>
          <p:nvPr/>
        </p:nvSpPr>
        <p:spPr>
          <a:xfrm>
            <a:off x="4617720" y="17373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con FaThumbsDown" descr="Symbo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6942" y="1916582"/>
            <a:ext cx="281635" cy="28163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40680" y="1737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Das lief schlechter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4617720" y="265176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– Entscheidung 1: Begründung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– Entscheidung 2: Begründung</a:t>
            </a:r>
            <a:endParaRPr lang="en-US" sz="1600" dirty="0"/>
          </a:p>
        </p:txBody>
      </p:sp>
      <p:sp>
        <p:nvSpPr>
          <p:cNvPr id="14" name="Karte Alternativen"/>
          <p:cNvSpPr/>
          <p:nvPr/>
        </p:nvSpPr>
        <p:spPr>
          <a:xfrm>
            <a:off x="8046720" y="1463040"/>
            <a:ext cx="3474720" cy="35661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5" name="Icon-Kreis FaExchangeAlt"/>
          <p:cNvSpPr/>
          <p:nvPr/>
        </p:nvSpPr>
        <p:spPr>
          <a:xfrm>
            <a:off x="8321040" y="1737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 FaExchangeAlt" descr="Symbo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0262" y="1916582"/>
            <a:ext cx="281635" cy="28163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144000" y="1737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Alternativen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8321040" y="265176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– Statt X hätten wir Y tun können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– Erwartete Wirkung auf den Unternehmenswert</a:t>
            </a:r>
            <a:endParaRPr lang="en-US" sz="1600" dirty="0"/>
          </a:p>
        </p:txBody>
      </p:sp>
      <p:sp>
        <p:nvSpPr>
          <p:cNvPr id="19" name="Platzhalter"/>
          <p:cNvSpPr/>
          <p:nvPr/>
        </p:nvSpPr>
        <p:spPr>
          <a:xfrm>
            <a:off x="640080" y="5257800"/>
            <a:ext cx="108813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20" name="Text 14"/>
          <p:cNvSpPr txBox="1"/>
          <p:nvPr/>
        </p:nvSpPr>
        <p:spPr>
          <a:xfrm>
            <a:off x="868680" y="52578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Gesamtfazit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Würden wir als Gruppe insgesamt wieder so vorgehen? Ein Satz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Bezug zur Gründung: was im Spiel fehlte</a:t>
            </a:r>
            <a:endParaRPr lang="en-US" sz="3600" dirty="0"/>
          </a:p>
        </p:txBody>
      </p:sp>
      <p:sp>
        <p:nvSpPr>
          <p:cNvPr id="4" name="Karte Nicht im Spiel"/>
          <p:cNvSpPr/>
          <p:nvPr/>
        </p:nvSpPr>
        <p:spPr>
          <a:xfrm>
            <a:off x="640080" y="1463040"/>
            <a:ext cx="3474720" cy="35661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5" name="Icon-Kreis FaBan"/>
          <p:cNvSpPr/>
          <p:nvPr/>
        </p:nvSpPr>
        <p:spPr>
          <a:xfrm>
            <a:off x="914400" y="1737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 FaBan" descr="Symbo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622" y="1916582"/>
            <a:ext cx="281635" cy="28163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737360" y="1737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Nicht im Spiel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265176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– Mehrweg-Glas und Pfand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– Social-Media-Marketing / Onlineshop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– Nur eine Sorte, Tamarinde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– Zielgruppe, Vertriebsweg</a:t>
            </a:r>
            <a:endParaRPr lang="en-US" sz="1600" dirty="0"/>
          </a:p>
        </p:txBody>
      </p:sp>
      <p:sp>
        <p:nvSpPr>
          <p:cNvPr id="9" name="Karte Mögliche Auswirkung"/>
          <p:cNvSpPr/>
          <p:nvPr/>
        </p:nvSpPr>
        <p:spPr>
          <a:xfrm>
            <a:off x="4343400" y="1463040"/>
            <a:ext cx="3474720" cy="35661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0" name="Icon-Kreis FaChartLine"/>
          <p:cNvSpPr/>
          <p:nvPr/>
        </p:nvSpPr>
        <p:spPr>
          <a:xfrm>
            <a:off x="4617720" y="1737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 FaChartLine" descr="Symbo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6942" y="1916582"/>
            <a:ext cx="281635" cy="28163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40680" y="1737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Mögliche Auswirkung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4617720" y="265176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Wie hätte sich das auf Kosten, Absatz und Preis ausgewirkt?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(später mit euren Zahlen untermauern)</a:t>
            </a:r>
            <a:endParaRPr lang="en-US" sz="1600" dirty="0"/>
          </a:p>
        </p:txBody>
      </p:sp>
      <p:sp>
        <p:nvSpPr>
          <p:cNvPr id="14" name="Karte Idee zur Spielerweiterung"/>
          <p:cNvSpPr/>
          <p:nvPr/>
        </p:nvSpPr>
        <p:spPr>
          <a:xfrm>
            <a:off x="8046720" y="1463040"/>
            <a:ext cx="3474720" cy="35661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5" name="Icon-Kreis FaLightbulb"/>
          <p:cNvSpPr/>
          <p:nvPr/>
        </p:nvSpPr>
        <p:spPr>
          <a:xfrm>
            <a:off x="8321040" y="17373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Icon FaLightbulb" descr="Symbo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0262" y="1916582"/>
            <a:ext cx="281635" cy="28163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144000" y="1737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Idee zur Spielerweiterung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8321040" y="265176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Konkreter, einfacher Vorschlag, z. B. eine zusätzliche Entscheidung pro Runde (Marketingbudget), ohne das Rechnen aufzublähen</a:t>
            </a:r>
            <a:endParaRPr lang="en-US" sz="1600" dirty="0"/>
          </a:p>
        </p:txBody>
      </p:sp>
      <p:sp>
        <p:nvSpPr>
          <p:cNvPr id="19" name="Platzhalter"/>
          <p:cNvSpPr/>
          <p:nvPr/>
        </p:nvSpPr>
        <p:spPr>
          <a:xfrm>
            <a:off x="640080" y="5257800"/>
            <a:ext cx="108813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5875">
            <a:solidFill>
              <a:schemeClr val="accent5"/>
            </a:solidFill>
            <a:prstDash val="dash"/>
          </a:ln>
        </p:spPr>
      </p:sp>
      <p:sp>
        <p:nvSpPr>
          <p:cNvPr id="20" name="Text 14"/>
          <p:cNvSpPr txBox="1"/>
          <p:nvPr/>
        </p:nvSpPr>
        <p:spPr>
          <a:xfrm>
            <a:off x="868680" y="52578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Kernbotschaft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Was hätte die Gründungsidee im Spiel verändert? Ein Satz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nne"/>
          <p:cNvSpPr/>
          <p:nvPr/>
        </p:nvSpPr>
        <p:spPr>
          <a:xfrm>
            <a:off x="8686800" y="1737360"/>
            <a:ext cx="2743200" cy="2743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1945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Vielen Dank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474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</a:rPr>
              <a:t>Wir freuen uns über eure Fragen.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Quellen: Planspiel Bertis Brause (Cornelsen), eigene Berechnungen aus Excel und Entscheidungsprotokoll</a:t>
            </a:r>
            <a:endParaRPr lang="en-US" sz="12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8" name="Freihand 17">
                <a:extLst>
                  <a:ext uri="{FF2B5EF4-FFF2-40B4-BE49-F238E27FC236}">
                    <a16:creationId xmlns:a16="http://schemas.microsoft.com/office/drawing/2014/main" id="{60F384AB-71E5-8A6A-4713-5CD6C702ECD1}"/>
                  </a:ext>
                </a:extLst>
              </p14:cNvPr>
              <p14:cNvContentPartPr/>
              <p14:nvPr/>
            </p14:nvContentPartPr>
            <p14:xfrm>
              <a:off x="7125479" y="1061546"/>
              <a:ext cx="783360" cy="436680"/>
            </p14:xfrm>
          </p:contentPart>
        </mc:Choice>
        <mc:Fallback>
          <p:pic>
            <p:nvPicPr>
              <p:cNvPr id="18" name="Freihand 17">
                <a:extLst>
                  <a:ext uri="{FF2B5EF4-FFF2-40B4-BE49-F238E27FC236}">
                    <a16:creationId xmlns:a16="http://schemas.microsoft.com/office/drawing/2014/main" id="{60F384AB-71E5-8A6A-4713-5CD6C702EC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14679" y="1050746"/>
                <a:ext cx="804600" cy="45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9" name="Freihand 18">
                <a:extLst>
                  <a:ext uri="{FF2B5EF4-FFF2-40B4-BE49-F238E27FC236}">
                    <a16:creationId xmlns:a16="http://schemas.microsoft.com/office/drawing/2014/main" id="{0DBFC218-7120-1291-EFB0-F616A9EFA481}"/>
                  </a:ext>
                </a:extLst>
              </p14:cNvPr>
              <p14:cNvContentPartPr/>
              <p14:nvPr/>
            </p14:nvContentPartPr>
            <p14:xfrm>
              <a:off x="5534639" y="697586"/>
              <a:ext cx="1252080" cy="807480"/>
            </p14:xfrm>
          </p:contentPart>
        </mc:Choice>
        <mc:Fallback>
          <p:pic>
            <p:nvPicPr>
              <p:cNvPr id="19" name="Freihand 18">
                <a:extLst>
                  <a:ext uri="{FF2B5EF4-FFF2-40B4-BE49-F238E27FC236}">
                    <a16:creationId xmlns:a16="http://schemas.microsoft.com/office/drawing/2014/main" id="{0DBFC218-7120-1291-EFB0-F616A9EFA48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24196" y="687141"/>
                <a:ext cx="1273326" cy="8287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0" name="Freihand 19">
                <a:extLst>
                  <a:ext uri="{FF2B5EF4-FFF2-40B4-BE49-F238E27FC236}">
                    <a16:creationId xmlns:a16="http://schemas.microsoft.com/office/drawing/2014/main" id="{0130BD27-6D30-E0E5-085B-39359FCCD936}"/>
                  </a:ext>
                </a:extLst>
              </p14:cNvPr>
              <p14:cNvContentPartPr/>
              <p14:nvPr/>
            </p14:nvContentPartPr>
            <p14:xfrm>
              <a:off x="3481919" y="846986"/>
              <a:ext cx="1689480" cy="640440"/>
            </p14:xfrm>
          </p:contentPart>
        </mc:Choice>
        <mc:Fallback>
          <p:pic>
            <p:nvPicPr>
              <p:cNvPr id="20" name="Freihand 19">
                <a:extLst>
                  <a:ext uri="{FF2B5EF4-FFF2-40B4-BE49-F238E27FC236}">
                    <a16:creationId xmlns:a16="http://schemas.microsoft.com/office/drawing/2014/main" id="{0130BD27-6D30-E0E5-085B-39359FCCD93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471119" y="836540"/>
                <a:ext cx="1710720" cy="6616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9" name="Freihand 28">
                <a:extLst>
                  <a:ext uri="{FF2B5EF4-FFF2-40B4-BE49-F238E27FC236}">
                    <a16:creationId xmlns:a16="http://schemas.microsoft.com/office/drawing/2014/main" id="{8A0766FA-1AED-C985-AF64-32D4EB644E5A}"/>
                  </a:ext>
                </a:extLst>
              </p14:cNvPr>
              <p14:cNvContentPartPr/>
              <p14:nvPr/>
            </p14:nvContentPartPr>
            <p14:xfrm>
              <a:off x="5294879" y="1703426"/>
              <a:ext cx="2293200" cy="616320"/>
            </p14:xfrm>
          </p:contentPart>
        </mc:Choice>
        <mc:Fallback>
          <p:pic>
            <p:nvPicPr>
              <p:cNvPr id="29" name="Freihand 28">
                <a:extLst>
                  <a:ext uri="{FF2B5EF4-FFF2-40B4-BE49-F238E27FC236}">
                    <a16:creationId xmlns:a16="http://schemas.microsoft.com/office/drawing/2014/main" id="{8A0766FA-1AED-C985-AF64-32D4EB644E5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284439" y="1692626"/>
                <a:ext cx="2314440" cy="63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6" name="Freihand 35">
                <a:extLst>
                  <a:ext uri="{FF2B5EF4-FFF2-40B4-BE49-F238E27FC236}">
                    <a16:creationId xmlns:a16="http://schemas.microsoft.com/office/drawing/2014/main" id="{11AE9F65-3111-B6B0-F9AB-549744D897DF}"/>
                  </a:ext>
                </a:extLst>
              </p14:cNvPr>
              <p14:cNvContentPartPr/>
              <p14:nvPr/>
            </p14:nvContentPartPr>
            <p14:xfrm>
              <a:off x="5306759" y="2667146"/>
              <a:ext cx="2953440" cy="685440"/>
            </p14:xfrm>
          </p:contentPart>
        </mc:Choice>
        <mc:Fallback>
          <p:pic>
            <p:nvPicPr>
              <p:cNvPr id="36" name="Freihand 35">
                <a:extLst>
                  <a:ext uri="{FF2B5EF4-FFF2-40B4-BE49-F238E27FC236}">
                    <a16:creationId xmlns:a16="http://schemas.microsoft.com/office/drawing/2014/main" id="{11AE9F65-3111-B6B0-F9AB-549744D897D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295959" y="2656346"/>
                <a:ext cx="2974680" cy="70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43" name="Freihand 42">
                <a:extLst>
                  <a:ext uri="{FF2B5EF4-FFF2-40B4-BE49-F238E27FC236}">
                    <a16:creationId xmlns:a16="http://schemas.microsoft.com/office/drawing/2014/main" id="{37B11FFE-A893-AECA-476B-1F0849243D24}"/>
                  </a:ext>
                </a:extLst>
              </p14:cNvPr>
              <p14:cNvContentPartPr/>
              <p14:nvPr/>
            </p14:nvContentPartPr>
            <p14:xfrm>
              <a:off x="6706799" y="3435746"/>
              <a:ext cx="758160" cy="770040"/>
            </p14:xfrm>
          </p:contentPart>
        </mc:Choice>
        <mc:Fallback>
          <p:pic>
            <p:nvPicPr>
              <p:cNvPr id="43" name="Freihand 42">
                <a:extLst>
                  <a:ext uri="{FF2B5EF4-FFF2-40B4-BE49-F238E27FC236}">
                    <a16:creationId xmlns:a16="http://schemas.microsoft.com/office/drawing/2014/main" id="{37B11FFE-A893-AECA-476B-1F0849243D2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696354" y="3424951"/>
                <a:ext cx="779410" cy="7912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44" name="Freihand 43">
                <a:extLst>
                  <a:ext uri="{FF2B5EF4-FFF2-40B4-BE49-F238E27FC236}">
                    <a16:creationId xmlns:a16="http://schemas.microsoft.com/office/drawing/2014/main" id="{561ADDC2-BEA7-A76F-2787-C6116F172F55}"/>
                  </a:ext>
                </a:extLst>
              </p14:cNvPr>
              <p14:cNvContentPartPr/>
              <p14:nvPr/>
            </p14:nvContentPartPr>
            <p14:xfrm>
              <a:off x="5171039" y="3614306"/>
              <a:ext cx="980640" cy="554760"/>
            </p14:xfrm>
          </p:contentPart>
        </mc:Choice>
        <mc:Fallback>
          <p:pic>
            <p:nvPicPr>
              <p:cNvPr id="44" name="Freihand 43">
                <a:extLst>
                  <a:ext uri="{FF2B5EF4-FFF2-40B4-BE49-F238E27FC236}">
                    <a16:creationId xmlns:a16="http://schemas.microsoft.com/office/drawing/2014/main" id="{561ADDC2-BEA7-A76F-2787-C6116F172F5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160599" y="3603859"/>
                <a:ext cx="1001880" cy="5760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45" name="Freihand 44">
                <a:extLst>
                  <a:ext uri="{FF2B5EF4-FFF2-40B4-BE49-F238E27FC236}">
                    <a16:creationId xmlns:a16="http://schemas.microsoft.com/office/drawing/2014/main" id="{DB465579-AB8F-9A3F-D80A-019623D365FE}"/>
                  </a:ext>
                </a:extLst>
              </p14:cNvPr>
              <p14:cNvContentPartPr/>
              <p14:nvPr/>
            </p14:nvContentPartPr>
            <p14:xfrm>
              <a:off x="3544199" y="4444106"/>
              <a:ext cx="294840" cy="846360"/>
            </p14:xfrm>
          </p:contentPart>
        </mc:Choice>
        <mc:Fallback>
          <p:pic>
            <p:nvPicPr>
              <p:cNvPr id="45" name="Freihand 44">
                <a:extLst>
                  <a:ext uri="{FF2B5EF4-FFF2-40B4-BE49-F238E27FC236}">
                    <a16:creationId xmlns:a16="http://schemas.microsoft.com/office/drawing/2014/main" id="{DB465579-AB8F-9A3F-D80A-019623D365FE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533399" y="4433306"/>
                <a:ext cx="316080" cy="86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46" name="Freihand 45">
                <a:extLst>
                  <a:ext uri="{FF2B5EF4-FFF2-40B4-BE49-F238E27FC236}">
                    <a16:creationId xmlns:a16="http://schemas.microsoft.com/office/drawing/2014/main" id="{2442ECD7-5D8A-47B2-F8A8-ED61256D28D8}"/>
                  </a:ext>
                </a:extLst>
              </p14:cNvPr>
              <p14:cNvContentPartPr/>
              <p14:nvPr/>
            </p14:nvContentPartPr>
            <p14:xfrm>
              <a:off x="3833279" y="4502066"/>
              <a:ext cx="727920" cy="412560"/>
            </p14:xfrm>
          </p:contentPart>
        </mc:Choice>
        <mc:Fallback>
          <p:pic>
            <p:nvPicPr>
              <p:cNvPr id="46" name="Freihand 45">
                <a:extLst>
                  <a:ext uri="{FF2B5EF4-FFF2-40B4-BE49-F238E27FC236}">
                    <a16:creationId xmlns:a16="http://schemas.microsoft.com/office/drawing/2014/main" id="{2442ECD7-5D8A-47B2-F8A8-ED61256D28D8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822479" y="4491626"/>
                <a:ext cx="749160" cy="43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47" name="Freihand 46">
                <a:extLst>
                  <a:ext uri="{FF2B5EF4-FFF2-40B4-BE49-F238E27FC236}">
                    <a16:creationId xmlns:a16="http://schemas.microsoft.com/office/drawing/2014/main" id="{A4FF70D0-1D9A-D08F-B039-F6C428FCD8B1}"/>
                  </a:ext>
                </a:extLst>
              </p14:cNvPr>
              <p14:cNvContentPartPr/>
              <p14:nvPr/>
            </p14:nvContentPartPr>
            <p14:xfrm>
              <a:off x="4645079" y="4503506"/>
              <a:ext cx="70200" cy="435240"/>
            </p14:xfrm>
          </p:contentPart>
        </mc:Choice>
        <mc:Fallback>
          <p:pic>
            <p:nvPicPr>
              <p:cNvPr id="47" name="Freihand 46">
                <a:extLst>
                  <a:ext uri="{FF2B5EF4-FFF2-40B4-BE49-F238E27FC236}">
                    <a16:creationId xmlns:a16="http://schemas.microsoft.com/office/drawing/2014/main" id="{A4FF70D0-1D9A-D08F-B039-F6C428FCD8B1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634279" y="4493066"/>
                <a:ext cx="91440" cy="45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48" name="Freihand 47">
                <a:extLst>
                  <a:ext uri="{FF2B5EF4-FFF2-40B4-BE49-F238E27FC236}">
                    <a16:creationId xmlns:a16="http://schemas.microsoft.com/office/drawing/2014/main" id="{4BAEB118-E10F-DDEC-B83C-5C43E1B472BC}"/>
                  </a:ext>
                </a:extLst>
              </p14:cNvPr>
              <p14:cNvContentPartPr/>
              <p14:nvPr/>
            </p14:nvContentPartPr>
            <p14:xfrm>
              <a:off x="4834079" y="4485866"/>
              <a:ext cx="121680" cy="447120"/>
            </p14:xfrm>
          </p:contentPart>
        </mc:Choice>
        <mc:Fallback>
          <p:pic>
            <p:nvPicPr>
              <p:cNvPr id="48" name="Freihand 47">
                <a:extLst>
                  <a:ext uri="{FF2B5EF4-FFF2-40B4-BE49-F238E27FC236}">
                    <a16:creationId xmlns:a16="http://schemas.microsoft.com/office/drawing/2014/main" id="{4BAEB118-E10F-DDEC-B83C-5C43E1B472BC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823279" y="4475066"/>
                <a:ext cx="142920" cy="46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49" name="Freihand 48">
                <a:extLst>
                  <a:ext uri="{FF2B5EF4-FFF2-40B4-BE49-F238E27FC236}">
                    <a16:creationId xmlns:a16="http://schemas.microsoft.com/office/drawing/2014/main" id="{A8172487-65C8-32B8-F4CC-91F164C25377}"/>
                  </a:ext>
                </a:extLst>
              </p14:cNvPr>
              <p14:cNvContentPartPr/>
              <p14:nvPr/>
            </p14:nvContentPartPr>
            <p14:xfrm>
              <a:off x="5010839" y="4335746"/>
              <a:ext cx="549000" cy="585360"/>
            </p14:xfrm>
          </p:contentPart>
        </mc:Choice>
        <mc:Fallback>
          <p:pic>
            <p:nvPicPr>
              <p:cNvPr id="49" name="Freihand 48">
                <a:extLst>
                  <a:ext uri="{FF2B5EF4-FFF2-40B4-BE49-F238E27FC236}">
                    <a16:creationId xmlns:a16="http://schemas.microsoft.com/office/drawing/2014/main" id="{A8172487-65C8-32B8-F4CC-91F164C25377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000039" y="4325306"/>
                <a:ext cx="570240" cy="60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50" name="Freihand 49">
                <a:extLst>
                  <a:ext uri="{FF2B5EF4-FFF2-40B4-BE49-F238E27FC236}">
                    <a16:creationId xmlns:a16="http://schemas.microsoft.com/office/drawing/2014/main" id="{06C90059-CB1B-D55B-A6E2-ED235AB0C3A7}"/>
                  </a:ext>
                </a:extLst>
              </p14:cNvPr>
              <p14:cNvContentPartPr/>
              <p14:nvPr/>
            </p14:nvContentPartPr>
            <p14:xfrm>
              <a:off x="5365439" y="4729586"/>
              <a:ext cx="144720" cy="142200"/>
            </p14:xfrm>
          </p:contentPart>
        </mc:Choice>
        <mc:Fallback>
          <p:pic>
            <p:nvPicPr>
              <p:cNvPr id="50" name="Freihand 49">
                <a:extLst>
                  <a:ext uri="{FF2B5EF4-FFF2-40B4-BE49-F238E27FC236}">
                    <a16:creationId xmlns:a16="http://schemas.microsoft.com/office/drawing/2014/main" id="{06C90059-CB1B-D55B-A6E2-ED235AB0C3A7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354999" y="4719146"/>
                <a:ext cx="16596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51" name="Freihand 50">
                <a:extLst>
                  <a:ext uri="{FF2B5EF4-FFF2-40B4-BE49-F238E27FC236}">
                    <a16:creationId xmlns:a16="http://schemas.microsoft.com/office/drawing/2014/main" id="{FDF8026E-2CFF-CE84-FB1A-244DFC5FC772}"/>
                  </a:ext>
                </a:extLst>
              </p14:cNvPr>
              <p14:cNvContentPartPr/>
              <p14:nvPr/>
            </p14:nvContentPartPr>
            <p14:xfrm>
              <a:off x="5541119" y="4508906"/>
              <a:ext cx="450360" cy="461520"/>
            </p14:xfrm>
          </p:contentPart>
        </mc:Choice>
        <mc:Fallback>
          <p:pic>
            <p:nvPicPr>
              <p:cNvPr id="51" name="Freihand 50">
                <a:extLst>
                  <a:ext uri="{FF2B5EF4-FFF2-40B4-BE49-F238E27FC236}">
                    <a16:creationId xmlns:a16="http://schemas.microsoft.com/office/drawing/2014/main" id="{FDF8026E-2CFF-CE84-FB1A-244DFC5FC772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530319" y="4498466"/>
                <a:ext cx="471600" cy="48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52" name="Freihand 51">
                <a:extLst>
                  <a:ext uri="{FF2B5EF4-FFF2-40B4-BE49-F238E27FC236}">
                    <a16:creationId xmlns:a16="http://schemas.microsoft.com/office/drawing/2014/main" id="{4B1CAEA8-C509-A0DD-FF3F-AB56D0886EA9}"/>
                  </a:ext>
                </a:extLst>
              </p14:cNvPr>
              <p14:cNvContentPartPr/>
              <p14:nvPr/>
            </p14:nvContentPartPr>
            <p14:xfrm>
              <a:off x="6351119" y="4322786"/>
              <a:ext cx="235800" cy="684000"/>
            </p14:xfrm>
          </p:contentPart>
        </mc:Choice>
        <mc:Fallback>
          <p:pic>
            <p:nvPicPr>
              <p:cNvPr id="52" name="Freihand 51">
                <a:extLst>
                  <a:ext uri="{FF2B5EF4-FFF2-40B4-BE49-F238E27FC236}">
                    <a16:creationId xmlns:a16="http://schemas.microsoft.com/office/drawing/2014/main" id="{4B1CAEA8-C509-A0DD-FF3F-AB56D0886EA9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340319" y="4311986"/>
                <a:ext cx="257040" cy="70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53" name="Freihand 52">
                <a:extLst>
                  <a:ext uri="{FF2B5EF4-FFF2-40B4-BE49-F238E27FC236}">
                    <a16:creationId xmlns:a16="http://schemas.microsoft.com/office/drawing/2014/main" id="{F054281B-2567-41B2-ECD9-887B6CB35857}"/>
                  </a:ext>
                </a:extLst>
              </p14:cNvPr>
              <p14:cNvContentPartPr/>
              <p14:nvPr/>
            </p14:nvContentPartPr>
            <p14:xfrm>
              <a:off x="6662879" y="4517186"/>
              <a:ext cx="333360" cy="415440"/>
            </p14:xfrm>
          </p:contentPart>
        </mc:Choice>
        <mc:Fallback>
          <p:pic>
            <p:nvPicPr>
              <p:cNvPr id="53" name="Freihand 52">
                <a:extLst>
                  <a:ext uri="{FF2B5EF4-FFF2-40B4-BE49-F238E27FC236}">
                    <a16:creationId xmlns:a16="http://schemas.microsoft.com/office/drawing/2014/main" id="{F054281B-2567-41B2-ECD9-887B6CB35857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652439" y="4506746"/>
                <a:ext cx="354600" cy="43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54" name="Freihand 53">
                <a:extLst>
                  <a:ext uri="{FF2B5EF4-FFF2-40B4-BE49-F238E27FC236}">
                    <a16:creationId xmlns:a16="http://schemas.microsoft.com/office/drawing/2014/main" id="{63E3154F-D646-48D9-A395-4DF8556A7A58}"/>
                  </a:ext>
                </a:extLst>
              </p14:cNvPr>
              <p14:cNvContentPartPr/>
              <p14:nvPr/>
            </p14:nvContentPartPr>
            <p14:xfrm>
              <a:off x="6976799" y="4606466"/>
              <a:ext cx="383400" cy="321120"/>
            </p14:xfrm>
          </p:contentPart>
        </mc:Choice>
        <mc:Fallback>
          <p:pic>
            <p:nvPicPr>
              <p:cNvPr id="54" name="Freihand 53">
                <a:extLst>
                  <a:ext uri="{FF2B5EF4-FFF2-40B4-BE49-F238E27FC236}">
                    <a16:creationId xmlns:a16="http://schemas.microsoft.com/office/drawing/2014/main" id="{63E3154F-D646-48D9-A395-4DF8556A7A58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965999" y="4595666"/>
                <a:ext cx="404640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55" name="Freihand 54">
                <a:extLst>
                  <a:ext uri="{FF2B5EF4-FFF2-40B4-BE49-F238E27FC236}">
                    <a16:creationId xmlns:a16="http://schemas.microsoft.com/office/drawing/2014/main" id="{63945463-1BB2-8351-F483-84EAFA21BD28}"/>
                  </a:ext>
                </a:extLst>
              </p14:cNvPr>
              <p14:cNvContentPartPr/>
              <p14:nvPr/>
            </p14:nvContentPartPr>
            <p14:xfrm>
              <a:off x="7360919" y="4472906"/>
              <a:ext cx="424440" cy="466200"/>
            </p14:xfrm>
          </p:contentPart>
        </mc:Choice>
        <mc:Fallback>
          <p:pic>
            <p:nvPicPr>
              <p:cNvPr id="55" name="Freihand 54">
                <a:extLst>
                  <a:ext uri="{FF2B5EF4-FFF2-40B4-BE49-F238E27FC236}">
                    <a16:creationId xmlns:a16="http://schemas.microsoft.com/office/drawing/2014/main" id="{63945463-1BB2-8351-F483-84EAFA21BD28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7350479" y="4462106"/>
                <a:ext cx="445680" cy="48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56" name="Freihand 55">
                <a:extLst>
                  <a:ext uri="{FF2B5EF4-FFF2-40B4-BE49-F238E27FC236}">
                    <a16:creationId xmlns:a16="http://schemas.microsoft.com/office/drawing/2014/main" id="{0969DAA8-940D-0528-7AEA-08F0B46C1C0F}"/>
                  </a:ext>
                </a:extLst>
              </p14:cNvPr>
              <p14:cNvContentPartPr/>
              <p14:nvPr/>
            </p14:nvContentPartPr>
            <p14:xfrm>
              <a:off x="7853039" y="4466426"/>
              <a:ext cx="481320" cy="497520"/>
            </p14:xfrm>
          </p:contentPart>
        </mc:Choice>
        <mc:Fallback>
          <p:pic>
            <p:nvPicPr>
              <p:cNvPr id="56" name="Freihand 55">
                <a:extLst>
                  <a:ext uri="{FF2B5EF4-FFF2-40B4-BE49-F238E27FC236}">
                    <a16:creationId xmlns:a16="http://schemas.microsoft.com/office/drawing/2014/main" id="{0969DAA8-940D-0528-7AEA-08F0B46C1C0F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7842239" y="4455986"/>
                <a:ext cx="502560" cy="518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Elbharz">
  <a:themeElements>
    <a:clrScheme name="Elbharz">
      <a:dk1>
        <a:srgbClr val="1B2A2F"/>
      </a:dk1>
      <a:lt1>
        <a:srgbClr val="FFFFFF"/>
      </a:lt1>
      <a:dk2>
        <a:srgbClr val="0F5C6B"/>
      </a:dk2>
      <a:lt2>
        <a:srgbClr val="F3F1EA"/>
      </a:lt2>
      <a:accent1>
        <a:srgbClr val="0F5C6B"/>
      </a:accent1>
      <a:accent2>
        <a:srgbClr val="D9822B"/>
      </a:accent2>
      <a:accent3>
        <a:srgbClr val="8DB33A"/>
      </a:accent3>
      <a:accent4>
        <a:srgbClr val="5F8F99"/>
      </a:accent4>
      <a:accent5>
        <a:srgbClr val="B8B8B0"/>
      </a:accent5>
      <a:accent6>
        <a:srgbClr val="7A4B1E"/>
      </a:accent6>
      <a:hlink>
        <a:srgbClr val="0F5C6B"/>
      </a:hlink>
      <a:folHlink>
        <a:srgbClr val="5F8F99"/>
      </a:folHlink>
    </a:clrScheme>
    <a:fontScheme name="Elbharz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12</Slides>
  <Notes>12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3" baseType="lpstr">
      <vt:lpstr>Elbharz</vt:lpstr>
      <vt:lpstr>PowerPoint-Präsentation</vt:lpstr>
      <vt:lpstr>Wer wir sind und warum wir gegründet haben</vt:lpstr>
      <vt:lpstr>Nachhaltigkeit von Anfang an</vt:lpstr>
      <vt:lpstr>Verlauf der Runden im Überblick</vt:lpstr>
      <vt:lpstr>Unsere Entscheidungen je Runde</vt:lpstr>
      <vt:lpstr>Wirtschaftsdienst: was von außen auf uns wirkte</vt:lpstr>
      <vt:lpstr>Auswertung: Kennzahlen pro Runde</vt:lpstr>
      <vt:lpstr>Auswertung: Entwicklung über die Runden</vt:lpstr>
      <vt:lpstr>Endbestand und Unternehmensverkaufswert</vt:lpstr>
      <vt:lpstr>Reflexion: Würden wir wieder so entscheiden?</vt:lpstr>
      <vt:lpstr>Bezug zur Gründung: was im Spiel fehlte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Elbharz Getränke GbR – Endpräsentation Planspiel Bertis Brause</dc:title>
  <dc:subject>PptxGenJS Presentation</dc:subject>
  <dc:creator>PptxGenJS</dc:creator>
  <cp:lastModifiedBy>Microsoft Office User</cp:lastModifiedBy>
  <cp:revision>2</cp:revision>
  <dcterms:created xsi:type="dcterms:W3CDTF">2026-10-13T10:01:16Z</dcterms:created>
  <dcterms:modified xsi:type="dcterms:W3CDTF">2026-10-13T10:48:34Z</dcterms:modified>
</cp:coreProperties>
</file>